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6" r:id="rId1"/>
  </p:sldMasterIdLst>
  <p:notesMasterIdLst>
    <p:notesMasterId r:id="rId32"/>
  </p:notesMasterIdLst>
  <p:sldIdLst>
    <p:sldId id="256" r:id="rId2"/>
    <p:sldId id="257" r:id="rId3"/>
    <p:sldId id="258" r:id="rId4"/>
    <p:sldId id="259" r:id="rId5"/>
    <p:sldId id="260" r:id="rId6"/>
    <p:sldId id="261" r:id="rId7"/>
    <p:sldId id="278" r:id="rId8"/>
    <p:sldId id="279" r:id="rId9"/>
    <p:sldId id="263" r:id="rId10"/>
    <p:sldId id="280" r:id="rId11"/>
    <p:sldId id="281" r:id="rId12"/>
    <p:sldId id="282" r:id="rId13"/>
    <p:sldId id="283" r:id="rId14"/>
    <p:sldId id="284" r:id="rId15"/>
    <p:sldId id="265" r:id="rId16"/>
    <p:sldId id="287" r:id="rId17"/>
    <p:sldId id="268" r:id="rId18"/>
    <p:sldId id="288" r:id="rId19"/>
    <p:sldId id="289" r:id="rId20"/>
    <p:sldId id="290" r:id="rId21"/>
    <p:sldId id="292" r:id="rId22"/>
    <p:sldId id="293" r:id="rId23"/>
    <p:sldId id="296" r:id="rId24"/>
    <p:sldId id="295" r:id="rId25"/>
    <p:sldId id="294" r:id="rId26"/>
    <p:sldId id="297" r:id="rId27"/>
    <p:sldId id="308" r:id="rId28"/>
    <p:sldId id="309" r:id="rId29"/>
    <p:sldId id="310" r:id="rId30"/>
    <p:sldId id="273" r:id="rId31"/>
  </p:sldIdLst>
  <p:sldSz cx="9144000" cy="5143500" type="screen16x9"/>
  <p:notesSz cx="6858000" cy="9144000"/>
  <p:embeddedFontLst>
    <p:embeddedFont>
      <p:font typeface="Gugi" panose="020B0604020202020204" charset="-127"/>
      <p:regular r:id="rId33"/>
    </p:embeddedFont>
    <p:embeddedFont>
      <p:font typeface="Barlow Condensed" panose="00000506000000000000" pitchFamily="2" charset="0"/>
      <p:regular r:id="rId34"/>
      <p:bold r:id="rId35"/>
      <p:italic r:id="rId36"/>
      <p:boldItalic r:id="rId37"/>
    </p:embeddedFont>
    <p:embeddedFont>
      <p:font typeface="Roboto Mono" panose="00000009000000000000" pitchFamily="49" charset="0"/>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 Id="rId20" Type="http://schemas.openxmlformats.org/officeDocument/2006/relationships/slide" Target="slides/slide19.xml"/><Relationship Id="rId41" Type="http://schemas.openxmlformats.org/officeDocument/2006/relationships/font" Target="fonts/font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 name="Google Shape;17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51b28ef904_0_3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 name="Google Shape;188;g51b28ef904_0_3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51b28ef904_0_3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 name="Google Shape;195;g51b28ef904_0_3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51b28ef904_0_3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51b28ef904_0_3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51b28ef904_0_3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51b28ef904_0_3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51b28ef904_0_3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51b28ef904_0_3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a:extLst>
            <a:ext uri="{FF2B5EF4-FFF2-40B4-BE49-F238E27FC236}">
              <a16:creationId xmlns:a16="http://schemas.microsoft.com/office/drawing/2014/main" id="{C9CAE9E9-96F9-5BDB-DB8C-7DD786B341BD}"/>
            </a:ext>
          </a:extLst>
        </p:cNvPr>
        <p:cNvGrpSpPr/>
        <p:nvPr/>
      </p:nvGrpSpPr>
      <p:grpSpPr>
        <a:xfrm>
          <a:off x="0" y="0"/>
          <a:ext cx="0" cy="0"/>
          <a:chOff x="0" y="0"/>
          <a:chExt cx="0" cy="0"/>
        </a:xfrm>
      </p:grpSpPr>
      <p:sp>
        <p:nvSpPr>
          <p:cNvPr id="205" name="Google Shape;205;g51b28ef904_0_329:notes">
            <a:extLst>
              <a:ext uri="{FF2B5EF4-FFF2-40B4-BE49-F238E27FC236}">
                <a16:creationId xmlns:a16="http://schemas.microsoft.com/office/drawing/2014/main" id="{61684BB7-82AE-FC41-2D3B-A07D2D44CF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51b28ef904_0_329:notes">
            <a:extLst>
              <a:ext uri="{FF2B5EF4-FFF2-40B4-BE49-F238E27FC236}">
                <a16:creationId xmlns:a16="http://schemas.microsoft.com/office/drawing/2014/main" id="{3259B7AF-536E-F1E0-929D-5C4D60E97BD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621616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a:extLst>
            <a:ext uri="{FF2B5EF4-FFF2-40B4-BE49-F238E27FC236}">
              <a16:creationId xmlns:a16="http://schemas.microsoft.com/office/drawing/2014/main" id="{0248003E-705B-F312-749C-EA959E5AE7FB}"/>
            </a:ext>
          </a:extLst>
        </p:cNvPr>
        <p:cNvGrpSpPr/>
        <p:nvPr/>
      </p:nvGrpSpPr>
      <p:grpSpPr>
        <a:xfrm>
          <a:off x="0" y="0"/>
          <a:ext cx="0" cy="0"/>
          <a:chOff x="0" y="0"/>
          <a:chExt cx="0" cy="0"/>
        </a:xfrm>
      </p:grpSpPr>
      <p:sp>
        <p:nvSpPr>
          <p:cNvPr id="211" name="Google Shape;211;g51b28ef904_0_344:notes">
            <a:extLst>
              <a:ext uri="{FF2B5EF4-FFF2-40B4-BE49-F238E27FC236}">
                <a16:creationId xmlns:a16="http://schemas.microsoft.com/office/drawing/2014/main" id="{60852713-8E76-EEAF-0E6F-0E35DDA0E10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51b28ef904_0_344:notes">
            <a:extLst>
              <a:ext uri="{FF2B5EF4-FFF2-40B4-BE49-F238E27FC236}">
                <a16:creationId xmlns:a16="http://schemas.microsoft.com/office/drawing/2014/main" id="{1B17235A-B142-9A4D-E323-634847FDC45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918534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51b28ef904_0_3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51b28ef904_0_3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a:extLst>
            <a:ext uri="{FF2B5EF4-FFF2-40B4-BE49-F238E27FC236}">
              <a16:creationId xmlns:a16="http://schemas.microsoft.com/office/drawing/2014/main" id="{93315A9B-A975-606A-17F3-431791AB053B}"/>
            </a:ext>
          </a:extLst>
        </p:cNvPr>
        <p:cNvGrpSpPr/>
        <p:nvPr/>
      </p:nvGrpSpPr>
      <p:grpSpPr>
        <a:xfrm>
          <a:off x="0" y="0"/>
          <a:ext cx="0" cy="0"/>
          <a:chOff x="0" y="0"/>
          <a:chExt cx="0" cy="0"/>
        </a:xfrm>
      </p:grpSpPr>
      <p:sp>
        <p:nvSpPr>
          <p:cNvPr id="211" name="Google Shape;211;g51b28ef904_0_344:notes">
            <a:extLst>
              <a:ext uri="{FF2B5EF4-FFF2-40B4-BE49-F238E27FC236}">
                <a16:creationId xmlns:a16="http://schemas.microsoft.com/office/drawing/2014/main" id="{44D17B42-08A7-D4EA-371A-D837A4D9645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51b28ef904_0_344:notes">
            <a:extLst>
              <a:ext uri="{FF2B5EF4-FFF2-40B4-BE49-F238E27FC236}">
                <a16:creationId xmlns:a16="http://schemas.microsoft.com/office/drawing/2014/main" id="{61550EB0-63E3-5632-8925-1581BFE0415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785938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a:extLst>
            <a:ext uri="{FF2B5EF4-FFF2-40B4-BE49-F238E27FC236}">
              <a16:creationId xmlns:a16="http://schemas.microsoft.com/office/drawing/2014/main" id="{174DA734-3C90-BDDB-1893-0F94FB368623}"/>
            </a:ext>
          </a:extLst>
        </p:cNvPr>
        <p:cNvGrpSpPr/>
        <p:nvPr/>
      </p:nvGrpSpPr>
      <p:grpSpPr>
        <a:xfrm>
          <a:off x="0" y="0"/>
          <a:ext cx="0" cy="0"/>
          <a:chOff x="0" y="0"/>
          <a:chExt cx="0" cy="0"/>
        </a:xfrm>
      </p:grpSpPr>
      <p:sp>
        <p:nvSpPr>
          <p:cNvPr id="222" name="Google Shape;222;g51b28ef904_0_373:notes">
            <a:extLst>
              <a:ext uri="{FF2B5EF4-FFF2-40B4-BE49-F238E27FC236}">
                <a16:creationId xmlns:a16="http://schemas.microsoft.com/office/drawing/2014/main" id="{F2A0DF5C-B167-7258-A7F1-B28FF17BE7C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51b28ef904_0_373:notes">
            <a:extLst>
              <a:ext uri="{FF2B5EF4-FFF2-40B4-BE49-F238E27FC236}">
                <a16:creationId xmlns:a16="http://schemas.microsoft.com/office/drawing/2014/main" id="{7EF3BB92-B40F-5BD5-0749-7A95E5361BC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898863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a:extLst>
            <a:ext uri="{FF2B5EF4-FFF2-40B4-BE49-F238E27FC236}">
              <a16:creationId xmlns:a16="http://schemas.microsoft.com/office/drawing/2014/main" id="{028CF5FB-958C-357F-DABD-816DDE7912BF}"/>
            </a:ext>
          </a:extLst>
        </p:cNvPr>
        <p:cNvGrpSpPr/>
        <p:nvPr/>
      </p:nvGrpSpPr>
      <p:grpSpPr>
        <a:xfrm>
          <a:off x="0" y="0"/>
          <a:ext cx="0" cy="0"/>
          <a:chOff x="0" y="0"/>
          <a:chExt cx="0" cy="0"/>
        </a:xfrm>
      </p:grpSpPr>
      <p:sp>
        <p:nvSpPr>
          <p:cNvPr id="211" name="Google Shape;211;g51b28ef904_0_344:notes">
            <a:extLst>
              <a:ext uri="{FF2B5EF4-FFF2-40B4-BE49-F238E27FC236}">
                <a16:creationId xmlns:a16="http://schemas.microsoft.com/office/drawing/2014/main" id="{C21E967F-F8C1-7FE8-9393-029799331E8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51b28ef904_0_344:notes">
            <a:extLst>
              <a:ext uri="{FF2B5EF4-FFF2-40B4-BE49-F238E27FC236}">
                <a16:creationId xmlns:a16="http://schemas.microsoft.com/office/drawing/2014/main" id="{FC62BF39-8D78-2659-9652-F65E76F25DC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803463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a:extLst>
            <a:ext uri="{FF2B5EF4-FFF2-40B4-BE49-F238E27FC236}">
              <a16:creationId xmlns:a16="http://schemas.microsoft.com/office/drawing/2014/main" id="{F530A214-B168-2282-07DF-408F933976D2}"/>
            </a:ext>
          </a:extLst>
        </p:cNvPr>
        <p:cNvGrpSpPr/>
        <p:nvPr/>
      </p:nvGrpSpPr>
      <p:grpSpPr>
        <a:xfrm>
          <a:off x="0" y="0"/>
          <a:ext cx="0" cy="0"/>
          <a:chOff x="0" y="0"/>
          <a:chExt cx="0" cy="0"/>
        </a:xfrm>
      </p:grpSpPr>
      <p:sp>
        <p:nvSpPr>
          <p:cNvPr id="205" name="Google Shape;205;g51b28ef904_0_329:notes">
            <a:extLst>
              <a:ext uri="{FF2B5EF4-FFF2-40B4-BE49-F238E27FC236}">
                <a16:creationId xmlns:a16="http://schemas.microsoft.com/office/drawing/2014/main" id="{580F39A2-2C9E-7A97-B25B-E1EC82386E5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51b28ef904_0_329:notes">
            <a:extLst>
              <a:ext uri="{FF2B5EF4-FFF2-40B4-BE49-F238E27FC236}">
                <a16:creationId xmlns:a16="http://schemas.microsoft.com/office/drawing/2014/main" id="{E74F164A-8C89-E958-14DE-1E3E9D69240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072024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a:extLst>
            <a:ext uri="{FF2B5EF4-FFF2-40B4-BE49-F238E27FC236}">
              <a16:creationId xmlns:a16="http://schemas.microsoft.com/office/drawing/2014/main" id="{DD15054C-1207-48C2-D156-24EA8E80A245}"/>
            </a:ext>
          </a:extLst>
        </p:cNvPr>
        <p:cNvGrpSpPr/>
        <p:nvPr/>
      </p:nvGrpSpPr>
      <p:grpSpPr>
        <a:xfrm>
          <a:off x="0" y="0"/>
          <a:ext cx="0" cy="0"/>
          <a:chOff x="0" y="0"/>
          <a:chExt cx="0" cy="0"/>
        </a:xfrm>
      </p:grpSpPr>
      <p:sp>
        <p:nvSpPr>
          <p:cNvPr id="211" name="Google Shape;211;g51b28ef904_0_344:notes">
            <a:extLst>
              <a:ext uri="{FF2B5EF4-FFF2-40B4-BE49-F238E27FC236}">
                <a16:creationId xmlns:a16="http://schemas.microsoft.com/office/drawing/2014/main" id="{33517134-1B8D-2869-D537-BD8197448CD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51b28ef904_0_344:notes">
            <a:extLst>
              <a:ext uri="{FF2B5EF4-FFF2-40B4-BE49-F238E27FC236}">
                <a16:creationId xmlns:a16="http://schemas.microsoft.com/office/drawing/2014/main" id="{E0A685B2-434E-B6FC-B300-7B70874F178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717440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51b28ef904_0_4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51b28ef904_0_4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a:extLst>
            <a:ext uri="{FF2B5EF4-FFF2-40B4-BE49-F238E27FC236}">
              <a16:creationId xmlns:a16="http://schemas.microsoft.com/office/drawing/2014/main" id="{CCA09D52-6423-0583-17BB-1498AC0A5CF5}"/>
            </a:ext>
          </a:extLst>
        </p:cNvPr>
        <p:cNvGrpSpPr/>
        <p:nvPr/>
      </p:nvGrpSpPr>
      <p:grpSpPr>
        <a:xfrm>
          <a:off x="0" y="0"/>
          <a:ext cx="0" cy="0"/>
          <a:chOff x="0" y="0"/>
          <a:chExt cx="0" cy="0"/>
        </a:xfrm>
      </p:grpSpPr>
      <p:sp>
        <p:nvSpPr>
          <p:cNvPr id="211" name="Google Shape;211;g51b28ef904_0_344:notes">
            <a:extLst>
              <a:ext uri="{FF2B5EF4-FFF2-40B4-BE49-F238E27FC236}">
                <a16:creationId xmlns:a16="http://schemas.microsoft.com/office/drawing/2014/main" id="{D0AD50FF-3BAC-9B0C-CCEE-A0441B66C73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51b28ef904_0_344:notes">
            <a:extLst>
              <a:ext uri="{FF2B5EF4-FFF2-40B4-BE49-F238E27FC236}">
                <a16:creationId xmlns:a16="http://schemas.microsoft.com/office/drawing/2014/main" id="{052F2002-6866-A0C1-E310-557CD1BD440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85166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a:extLst>
            <a:ext uri="{FF2B5EF4-FFF2-40B4-BE49-F238E27FC236}">
              <a16:creationId xmlns:a16="http://schemas.microsoft.com/office/drawing/2014/main" id="{99654297-6154-F3E8-2A97-04C216E0320B}"/>
            </a:ext>
          </a:extLst>
        </p:cNvPr>
        <p:cNvGrpSpPr/>
        <p:nvPr/>
      </p:nvGrpSpPr>
      <p:grpSpPr>
        <a:xfrm>
          <a:off x="0" y="0"/>
          <a:ext cx="0" cy="0"/>
          <a:chOff x="0" y="0"/>
          <a:chExt cx="0" cy="0"/>
        </a:xfrm>
      </p:grpSpPr>
      <p:sp>
        <p:nvSpPr>
          <p:cNvPr id="263" name="Google Shape;263;g62e97dd036_0_624:notes">
            <a:extLst>
              <a:ext uri="{FF2B5EF4-FFF2-40B4-BE49-F238E27FC236}">
                <a16:creationId xmlns:a16="http://schemas.microsoft.com/office/drawing/2014/main" id="{3CD47A77-C77B-9699-E823-E40F55486A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62e97dd036_0_624:notes">
            <a:extLst>
              <a:ext uri="{FF2B5EF4-FFF2-40B4-BE49-F238E27FC236}">
                <a16:creationId xmlns:a16="http://schemas.microsoft.com/office/drawing/2014/main" id="{6FFBD134-A229-F425-E469-F7F9305A97F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600852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a:extLst>
            <a:ext uri="{FF2B5EF4-FFF2-40B4-BE49-F238E27FC236}">
              <a16:creationId xmlns:a16="http://schemas.microsoft.com/office/drawing/2014/main" id="{F066E30F-388B-EB19-84ED-4487EB0C42FF}"/>
            </a:ext>
          </a:extLst>
        </p:cNvPr>
        <p:cNvGrpSpPr/>
        <p:nvPr/>
      </p:nvGrpSpPr>
      <p:grpSpPr>
        <a:xfrm>
          <a:off x="0" y="0"/>
          <a:ext cx="0" cy="0"/>
          <a:chOff x="0" y="0"/>
          <a:chExt cx="0" cy="0"/>
        </a:xfrm>
      </p:grpSpPr>
      <p:sp>
        <p:nvSpPr>
          <p:cNvPr id="211" name="Google Shape;211;g51b28ef904_0_344:notes">
            <a:extLst>
              <a:ext uri="{FF2B5EF4-FFF2-40B4-BE49-F238E27FC236}">
                <a16:creationId xmlns:a16="http://schemas.microsoft.com/office/drawing/2014/main" id="{B394FFC9-2BF2-3E05-3DF6-E720C73922D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51b28ef904_0_344:notes">
            <a:extLst>
              <a:ext uri="{FF2B5EF4-FFF2-40B4-BE49-F238E27FC236}">
                <a16:creationId xmlns:a16="http://schemas.microsoft.com/office/drawing/2014/main" id="{B63FA42A-5D8A-41B5-9C9E-49B0629EA1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905001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a:extLst>
            <a:ext uri="{FF2B5EF4-FFF2-40B4-BE49-F238E27FC236}">
              <a16:creationId xmlns:a16="http://schemas.microsoft.com/office/drawing/2014/main" id="{6CB99564-8696-4690-2ADF-2B669759F4A7}"/>
            </a:ext>
          </a:extLst>
        </p:cNvPr>
        <p:cNvGrpSpPr/>
        <p:nvPr/>
      </p:nvGrpSpPr>
      <p:grpSpPr>
        <a:xfrm>
          <a:off x="0" y="0"/>
          <a:ext cx="0" cy="0"/>
          <a:chOff x="0" y="0"/>
          <a:chExt cx="0" cy="0"/>
        </a:xfrm>
      </p:grpSpPr>
      <p:sp>
        <p:nvSpPr>
          <p:cNvPr id="640" name="Google Shape;640;g7d9cdd110b_0_0:notes">
            <a:extLst>
              <a:ext uri="{FF2B5EF4-FFF2-40B4-BE49-F238E27FC236}">
                <a16:creationId xmlns:a16="http://schemas.microsoft.com/office/drawing/2014/main" id="{881C338B-1717-57DD-0D28-925DF86B00C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1" name="Google Shape;641;g7d9cdd110b_0_0:notes">
            <a:extLst>
              <a:ext uri="{FF2B5EF4-FFF2-40B4-BE49-F238E27FC236}">
                <a16:creationId xmlns:a16="http://schemas.microsoft.com/office/drawing/2014/main" id="{4D1FDF89-635D-E7E7-1211-D1572D8C3DF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898993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a:extLst>
            <a:ext uri="{FF2B5EF4-FFF2-40B4-BE49-F238E27FC236}">
              <a16:creationId xmlns:a16="http://schemas.microsoft.com/office/drawing/2014/main" id="{85B8B11E-DD3E-5CD7-2011-E9EDA5AC7C8D}"/>
            </a:ext>
          </a:extLst>
        </p:cNvPr>
        <p:cNvGrpSpPr/>
        <p:nvPr/>
      </p:nvGrpSpPr>
      <p:grpSpPr>
        <a:xfrm>
          <a:off x="0" y="0"/>
          <a:ext cx="0" cy="0"/>
          <a:chOff x="0" y="0"/>
          <a:chExt cx="0" cy="0"/>
        </a:xfrm>
      </p:grpSpPr>
      <p:sp>
        <p:nvSpPr>
          <p:cNvPr id="211" name="Google Shape;211;g51b28ef904_0_344:notes">
            <a:extLst>
              <a:ext uri="{FF2B5EF4-FFF2-40B4-BE49-F238E27FC236}">
                <a16:creationId xmlns:a16="http://schemas.microsoft.com/office/drawing/2014/main" id="{C74D9CAA-61EE-E08E-4270-0DB9EA6E93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51b28ef904_0_344:notes">
            <a:extLst>
              <a:ext uri="{FF2B5EF4-FFF2-40B4-BE49-F238E27FC236}">
                <a16:creationId xmlns:a16="http://schemas.microsoft.com/office/drawing/2014/main" id="{1FB2F72A-3465-F525-E27C-926124ECCE8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483826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a:extLst>
            <a:ext uri="{FF2B5EF4-FFF2-40B4-BE49-F238E27FC236}">
              <a16:creationId xmlns:a16="http://schemas.microsoft.com/office/drawing/2014/main" id="{B1C64374-643F-3665-9753-27C81A468E86}"/>
            </a:ext>
          </a:extLst>
        </p:cNvPr>
        <p:cNvGrpSpPr/>
        <p:nvPr/>
      </p:nvGrpSpPr>
      <p:grpSpPr>
        <a:xfrm>
          <a:off x="0" y="0"/>
          <a:ext cx="0" cy="0"/>
          <a:chOff x="0" y="0"/>
          <a:chExt cx="0" cy="0"/>
        </a:xfrm>
      </p:grpSpPr>
      <p:sp>
        <p:nvSpPr>
          <p:cNvPr id="222" name="Google Shape;222;g51b28ef904_0_373:notes">
            <a:extLst>
              <a:ext uri="{FF2B5EF4-FFF2-40B4-BE49-F238E27FC236}">
                <a16:creationId xmlns:a16="http://schemas.microsoft.com/office/drawing/2014/main" id="{E98A58AE-2BB6-ED4F-4AFE-57689C7C409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51b28ef904_0_373:notes">
            <a:extLst>
              <a:ext uri="{FF2B5EF4-FFF2-40B4-BE49-F238E27FC236}">
                <a16:creationId xmlns:a16="http://schemas.microsoft.com/office/drawing/2014/main" id="{B49F4B77-961F-E6FC-65F0-9E03F22F946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779314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a:extLst>
            <a:ext uri="{FF2B5EF4-FFF2-40B4-BE49-F238E27FC236}">
              <a16:creationId xmlns:a16="http://schemas.microsoft.com/office/drawing/2014/main" id="{DD751B53-584A-C32E-53C7-C2E54A51D1FB}"/>
            </a:ext>
          </a:extLst>
        </p:cNvPr>
        <p:cNvGrpSpPr/>
        <p:nvPr/>
      </p:nvGrpSpPr>
      <p:grpSpPr>
        <a:xfrm>
          <a:off x="0" y="0"/>
          <a:ext cx="0" cy="0"/>
          <a:chOff x="0" y="0"/>
          <a:chExt cx="0" cy="0"/>
        </a:xfrm>
      </p:grpSpPr>
      <p:sp>
        <p:nvSpPr>
          <p:cNvPr id="211" name="Google Shape;211;g51b28ef904_0_344:notes">
            <a:extLst>
              <a:ext uri="{FF2B5EF4-FFF2-40B4-BE49-F238E27FC236}">
                <a16:creationId xmlns:a16="http://schemas.microsoft.com/office/drawing/2014/main" id="{7A5C4565-2BD8-71E0-AD62-DB844BC1EA7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51b28ef904_0_344:notes">
            <a:extLst>
              <a:ext uri="{FF2B5EF4-FFF2-40B4-BE49-F238E27FC236}">
                <a16:creationId xmlns:a16="http://schemas.microsoft.com/office/drawing/2014/main" id="{4D2D666D-17B8-CAD3-B56B-F519A91DB3B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7451117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a:extLst>
            <a:ext uri="{FF2B5EF4-FFF2-40B4-BE49-F238E27FC236}">
              <a16:creationId xmlns:a16="http://schemas.microsoft.com/office/drawing/2014/main" id="{06C5F847-97DA-ED04-04C7-CF2008E1720D}"/>
            </a:ext>
          </a:extLst>
        </p:cNvPr>
        <p:cNvGrpSpPr/>
        <p:nvPr/>
      </p:nvGrpSpPr>
      <p:grpSpPr>
        <a:xfrm>
          <a:off x="0" y="0"/>
          <a:ext cx="0" cy="0"/>
          <a:chOff x="0" y="0"/>
          <a:chExt cx="0" cy="0"/>
        </a:xfrm>
      </p:grpSpPr>
      <p:sp>
        <p:nvSpPr>
          <p:cNvPr id="640" name="Google Shape;640;g7d9cdd110b_0_0:notes">
            <a:extLst>
              <a:ext uri="{FF2B5EF4-FFF2-40B4-BE49-F238E27FC236}">
                <a16:creationId xmlns:a16="http://schemas.microsoft.com/office/drawing/2014/main" id="{0BA2671B-14A7-2470-3166-D7FA31E580E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1" name="Google Shape;641;g7d9cdd110b_0_0:notes">
            <a:extLst>
              <a:ext uri="{FF2B5EF4-FFF2-40B4-BE49-F238E27FC236}">
                <a16:creationId xmlns:a16="http://schemas.microsoft.com/office/drawing/2014/main" id="{9EC4C516-3DF0-D5F4-D8FE-6FCABAEAE73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694501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a:extLst>
            <a:ext uri="{FF2B5EF4-FFF2-40B4-BE49-F238E27FC236}">
              <a16:creationId xmlns:a16="http://schemas.microsoft.com/office/drawing/2014/main" id="{C0A79DB5-D6BC-45D5-1769-D9A780415A2B}"/>
            </a:ext>
          </a:extLst>
        </p:cNvPr>
        <p:cNvGrpSpPr/>
        <p:nvPr/>
      </p:nvGrpSpPr>
      <p:grpSpPr>
        <a:xfrm>
          <a:off x="0" y="0"/>
          <a:ext cx="0" cy="0"/>
          <a:chOff x="0" y="0"/>
          <a:chExt cx="0" cy="0"/>
        </a:xfrm>
      </p:grpSpPr>
      <p:sp>
        <p:nvSpPr>
          <p:cNvPr id="211" name="Google Shape;211;g51b28ef904_0_344:notes">
            <a:extLst>
              <a:ext uri="{FF2B5EF4-FFF2-40B4-BE49-F238E27FC236}">
                <a16:creationId xmlns:a16="http://schemas.microsoft.com/office/drawing/2014/main" id="{DD2E18A5-0FF9-7119-B60F-4C127B00556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51b28ef904_0_344:notes">
            <a:extLst>
              <a:ext uri="{FF2B5EF4-FFF2-40B4-BE49-F238E27FC236}">
                <a16:creationId xmlns:a16="http://schemas.microsoft.com/office/drawing/2014/main" id="{42A095F6-C457-7048-F904-555447D6D0E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065561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a:extLst>
            <a:ext uri="{FF2B5EF4-FFF2-40B4-BE49-F238E27FC236}">
              <a16:creationId xmlns:a16="http://schemas.microsoft.com/office/drawing/2014/main" id="{05AF7353-380B-363D-712E-0B323E5E0858}"/>
            </a:ext>
          </a:extLst>
        </p:cNvPr>
        <p:cNvGrpSpPr/>
        <p:nvPr/>
      </p:nvGrpSpPr>
      <p:grpSpPr>
        <a:xfrm>
          <a:off x="0" y="0"/>
          <a:ext cx="0" cy="0"/>
          <a:chOff x="0" y="0"/>
          <a:chExt cx="0" cy="0"/>
        </a:xfrm>
      </p:grpSpPr>
      <p:sp>
        <p:nvSpPr>
          <p:cNvPr id="640" name="Google Shape;640;g7d9cdd110b_0_0:notes">
            <a:extLst>
              <a:ext uri="{FF2B5EF4-FFF2-40B4-BE49-F238E27FC236}">
                <a16:creationId xmlns:a16="http://schemas.microsoft.com/office/drawing/2014/main" id="{5254B4FA-AF29-C9A9-2E46-002614946E4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1" name="Google Shape;641;g7d9cdd110b_0_0:notes">
            <a:extLst>
              <a:ext uri="{FF2B5EF4-FFF2-40B4-BE49-F238E27FC236}">
                <a16:creationId xmlns:a16="http://schemas.microsoft.com/office/drawing/2014/main" id="{7E8E73D8-5128-FFE6-401C-DE256B826DC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6421782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51b28ef904_2_5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4" name="Google Shape;334;g51b28ef904_2_5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48"/>
        <p:cNvGrpSpPr/>
        <p:nvPr/>
      </p:nvGrpSpPr>
      <p:grpSpPr>
        <a:xfrm>
          <a:off x="0" y="0"/>
          <a:ext cx="0" cy="0"/>
          <a:chOff x="0" y="0"/>
          <a:chExt cx="0" cy="0"/>
        </a:xfrm>
      </p:grpSpPr>
      <p:sp>
        <p:nvSpPr>
          <p:cNvPr id="49" name="Google Shape;49;p2"/>
          <p:cNvSpPr txBox="1">
            <a:spLocks noGrp="1"/>
          </p:cNvSpPr>
          <p:nvPr>
            <p:ph type="ctrTitle"/>
          </p:nvPr>
        </p:nvSpPr>
        <p:spPr>
          <a:xfrm>
            <a:off x="540300" y="4064000"/>
            <a:ext cx="8520600" cy="942900"/>
          </a:xfrm>
          <a:prstGeom prst="rect">
            <a:avLst/>
          </a:prstGeom>
        </p:spPr>
        <p:txBody>
          <a:bodyPr spcFirstLastPara="1" wrap="square" lIns="91425" tIns="91425" rIns="91425" bIns="91425" anchor="b" anchorCtr="0">
            <a:noAutofit/>
          </a:bodyPr>
          <a:lstStyle>
            <a:lvl1pPr lvl="0" algn="r">
              <a:spcBef>
                <a:spcPts val="0"/>
              </a:spcBef>
              <a:spcAft>
                <a:spcPts val="0"/>
              </a:spcAft>
              <a:buClr>
                <a:srgbClr val="FFFFFF"/>
              </a:buClr>
              <a:buSzPts val="4000"/>
              <a:buFont typeface="Gugi"/>
              <a:buNone/>
              <a:defRPr sz="4000">
                <a:solidFill>
                  <a:srgbClr val="FFFFFF"/>
                </a:solidFill>
                <a:latin typeface="Gugi"/>
                <a:ea typeface="Gugi"/>
                <a:cs typeface="Gugi"/>
                <a:sym typeface="Gugi"/>
              </a:defRPr>
            </a:lvl1pPr>
            <a:lvl2pPr lvl="1" algn="r">
              <a:spcBef>
                <a:spcPts val="0"/>
              </a:spcBef>
              <a:spcAft>
                <a:spcPts val="0"/>
              </a:spcAft>
              <a:buSzPts val="4800"/>
              <a:buNone/>
              <a:defRPr sz="4800"/>
            </a:lvl2pPr>
            <a:lvl3pPr lvl="2" algn="r">
              <a:spcBef>
                <a:spcPts val="0"/>
              </a:spcBef>
              <a:spcAft>
                <a:spcPts val="0"/>
              </a:spcAft>
              <a:buSzPts val="4800"/>
              <a:buNone/>
              <a:defRPr sz="4800"/>
            </a:lvl3pPr>
            <a:lvl4pPr lvl="3" algn="r">
              <a:spcBef>
                <a:spcPts val="0"/>
              </a:spcBef>
              <a:spcAft>
                <a:spcPts val="0"/>
              </a:spcAft>
              <a:buSzPts val="4800"/>
              <a:buNone/>
              <a:defRPr sz="4800"/>
            </a:lvl4pPr>
            <a:lvl5pPr lvl="4" algn="r">
              <a:spcBef>
                <a:spcPts val="0"/>
              </a:spcBef>
              <a:spcAft>
                <a:spcPts val="0"/>
              </a:spcAft>
              <a:buSzPts val="4800"/>
              <a:buNone/>
              <a:defRPr sz="4800"/>
            </a:lvl5pPr>
            <a:lvl6pPr lvl="5" algn="r">
              <a:spcBef>
                <a:spcPts val="0"/>
              </a:spcBef>
              <a:spcAft>
                <a:spcPts val="0"/>
              </a:spcAft>
              <a:buSzPts val="4800"/>
              <a:buNone/>
              <a:defRPr sz="4800"/>
            </a:lvl6pPr>
            <a:lvl7pPr lvl="6" algn="r">
              <a:spcBef>
                <a:spcPts val="0"/>
              </a:spcBef>
              <a:spcAft>
                <a:spcPts val="0"/>
              </a:spcAft>
              <a:buSzPts val="4800"/>
              <a:buNone/>
              <a:defRPr sz="4800"/>
            </a:lvl7pPr>
            <a:lvl8pPr lvl="7" algn="r">
              <a:spcBef>
                <a:spcPts val="0"/>
              </a:spcBef>
              <a:spcAft>
                <a:spcPts val="0"/>
              </a:spcAft>
              <a:buSzPts val="4800"/>
              <a:buNone/>
              <a:defRPr sz="4800"/>
            </a:lvl8pPr>
            <a:lvl9pPr lvl="8" algn="r">
              <a:spcBef>
                <a:spcPts val="0"/>
              </a:spcBef>
              <a:spcAft>
                <a:spcPts val="0"/>
              </a:spcAft>
              <a:buSzPts val="4800"/>
              <a:buNone/>
              <a:defRPr sz="4800"/>
            </a:lvl9pPr>
          </a:lstStyle>
          <a:p>
            <a:endParaRPr/>
          </a:p>
        </p:txBody>
      </p:sp>
      <p:grpSp>
        <p:nvGrpSpPr>
          <p:cNvPr id="50" name="Google Shape;50;p2"/>
          <p:cNvGrpSpPr/>
          <p:nvPr/>
        </p:nvGrpSpPr>
        <p:grpSpPr>
          <a:xfrm>
            <a:off x="476835" y="84001"/>
            <a:ext cx="6059018" cy="3582633"/>
            <a:chOff x="476835" y="84001"/>
            <a:chExt cx="6059018" cy="3582633"/>
          </a:xfrm>
        </p:grpSpPr>
        <p:grpSp>
          <p:nvGrpSpPr>
            <p:cNvPr id="51" name="Google Shape;51;p2"/>
            <p:cNvGrpSpPr/>
            <p:nvPr/>
          </p:nvGrpSpPr>
          <p:grpSpPr>
            <a:xfrm>
              <a:off x="476835" y="84001"/>
              <a:ext cx="6059018" cy="3582633"/>
              <a:chOff x="709612" y="361950"/>
              <a:chExt cx="10682331" cy="6504417"/>
            </a:xfrm>
          </p:grpSpPr>
          <p:sp>
            <p:nvSpPr>
              <p:cNvPr id="52" name="Google Shape;52;p2"/>
              <p:cNvSpPr/>
              <p:nvPr/>
            </p:nvSpPr>
            <p:spPr>
              <a:xfrm>
                <a:off x="4116291" y="1692369"/>
                <a:ext cx="4230000" cy="3720600"/>
              </a:xfrm>
              <a:prstGeom prst="hexagon">
                <a:avLst>
                  <a:gd name="adj" fmla="val 25000"/>
                  <a:gd name="vf" fmla="val 115470"/>
                </a:avLst>
              </a:prstGeom>
              <a:noFill/>
              <a:ln w="9525" cap="flat" cmpd="sng">
                <a:solidFill>
                  <a:srgbClr val="FFFFFF">
                    <a:alpha val="8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53" name="Google Shape;53;p2"/>
              <p:cNvSpPr/>
              <p:nvPr/>
            </p:nvSpPr>
            <p:spPr>
              <a:xfrm>
                <a:off x="1000888" y="4624606"/>
                <a:ext cx="2165700" cy="1932000"/>
              </a:xfrm>
              <a:prstGeom prst="hexagon">
                <a:avLst>
                  <a:gd name="adj" fmla="val 25000"/>
                  <a:gd name="vf" fmla="val 115470"/>
                </a:avLst>
              </a:prstGeom>
              <a:noFill/>
              <a:ln w="9525" cap="flat" cmpd="sng">
                <a:solidFill>
                  <a:srgbClr val="FFFFFF">
                    <a:alpha val="8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54" name="Google Shape;54;p2"/>
              <p:cNvSpPr/>
              <p:nvPr/>
            </p:nvSpPr>
            <p:spPr>
              <a:xfrm>
                <a:off x="8232170" y="1161111"/>
                <a:ext cx="2906400" cy="2591100"/>
              </a:xfrm>
              <a:prstGeom prst="hexagon">
                <a:avLst>
                  <a:gd name="adj" fmla="val 25000"/>
                  <a:gd name="vf" fmla="val 115470"/>
                </a:avLst>
              </a:prstGeom>
              <a:gradFill>
                <a:gsLst>
                  <a:gs pos="0">
                    <a:schemeClr val="dk2"/>
                  </a:gs>
                  <a:gs pos="100000">
                    <a:schemeClr val="lt2"/>
                  </a:gs>
                </a:gsLst>
                <a:path path="circle">
                  <a:fillToRect l="100000" b="100000"/>
                </a:path>
                <a:tileRect t="-100000" r="-100000"/>
              </a:gradFill>
              <a:ln w="9525" cap="flat" cmpd="sng">
                <a:solidFill>
                  <a:srgbClr val="FFFFFF">
                    <a:alpha val="8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55" name="Google Shape;55;p2"/>
              <p:cNvSpPr/>
              <p:nvPr/>
            </p:nvSpPr>
            <p:spPr>
              <a:xfrm>
                <a:off x="8738741" y="4999387"/>
                <a:ext cx="1526100" cy="1453800"/>
              </a:xfrm>
              <a:prstGeom prst="hexagon">
                <a:avLst>
                  <a:gd name="adj" fmla="val 25000"/>
                  <a:gd name="vf" fmla="val 115470"/>
                </a:avLst>
              </a:prstGeom>
              <a:noFill/>
              <a:ln w="9525" cap="flat" cmpd="sng">
                <a:solidFill>
                  <a:srgbClr val="FFFFFF">
                    <a:alpha val="8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56" name="Google Shape;56;p2"/>
              <p:cNvSpPr/>
              <p:nvPr/>
            </p:nvSpPr>
            <p:spPr>
              <a:xfrm>
                <a:off x="2083681" y="2892859"/>
                <a:ext cx="1418400" cy="1305300"/>
              </a:xfrm>
              <a:prstGeom prst="hexagon">
                <a:avLst>
                  <a:gd name="adj" fmla="val 25000"/>
                  <a:gd name="vf" fmla="val 115470"/>
                </a:avLst>
              </a:prstGeom>
              <a:gradFill>
                <a:gsLst>
                  <a:gs pos="0">
                    <a:schemeClr val="dk2"/>
                  </a:gs>
                  <a:gs pos="100000">
                    <a:schemeClr val="lt2"/>
                  </a:gs>
                </a:gsLst>
                <a:path path="circle">
                  <a:fillToRect l="100000" b="100000"/>
                </a:path>
                <a:tileRect t="-100000" r="-100000"/>
              </a:gradFill>
              <a:ln w="9525" cap="flat" cmpd="sng">
                <a:solidFill>
                  <a:srgbClr val="FFFFFF">
                    <a:alpha val="8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57" name="Google Shape;57;p2"/>
              <p:cNvSpPr/>
              <p:nvPr/>
            </p:nvSpPr>
            <p:spPr>
              <a:xfrm>
                <a:off x="3502076" y="4715070"/>
                <a:ext cx="1120800" cy="1001700"/>
              </a:xfrm>
              <a:prstGeom prst="hexagon">
                <a:avLst>
                  <a:gd name="adj" fmla="val 25000"/>
                  <a:gd name="vf" fmla="val 115470"/>
                </a:avLst>
              </a:prstGeom>
              <a:noFill/>
              <a:ln w="9525" cap="flat" cmpd="sng">
                <a:solidFill>
                  <a:srgbClr val="FFFFFF">
                    <a:alpha val="8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58" name="Google Shape;58;p2"/>
              <p:cNvSpPr/>
              <p:nvPr/>
            </p:nvSpPr>
            <p:spPr>
              <a:xfrm>
                <a:off x="2191328" y="1464815"/>
                <a:ext cx="975000" cy="911100"/>
              </a:xfrm>
              <a:prstGeom prst="hexagon">
                <a:avLst>
                  <a:gd name="adj" fmla="val 25000"/>
                  <a:gd name="vf" fmla="val 115470"/>
                </a:avLst>
              </a:prstGeom>
              <a:noFill/>
              <a:ln w="9525" cap="flat" cmpd="sng">
                <a:solidFill>
                  <a:srgbClr val="FFFFFF">
                    <a:alpha val="8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59" name="Google Shape;59;p2"/>
              <p:cNvSpPr/>
              <p:nvPr/>
            </p:nvSpPr>
            <p:spPr>
              <a:xfrm>
                <a:off x="6775783" y="527862"/>
                <a:ext cx="734400" cy="633300"/>
              </a:xfrm>
              <a:prstGeom prst="hexagon">
                <a:avLst>
                  <a:gd name="adj" fmla="val 25000"/>
                  <a:gd name="vf" fmla="val 115470"/>
                </a:avLst>
              </a:prstGeom>
              <a:solidFill>
                <a:schemeClr val="accent1"/>
              </a:solidFill>
              <a:ln w="9525" cap="flat" cmpd="sng">
                <a:solidFill>
                  <a:srgbClr val="FFFFFF">
                    <a:alpha val="8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60" name="Google Shape;60;p2"/>
              <p:cNvSpPr/>
              <p:nvPr/>
            </p:nvSpPr>
            <p:spPr>
              <a:xfrm>
                <a:off x="4850818" y="755418"/>
                <a:ext cx="734400" cy="633300"/>
              </a:xfrm>
              <a:prstGeom prst="hexagon">
                <a:avLst>
                  <a:gd name="adj" fmla="val 25000"/>
                  <a:gd name="vf" fmla="val 115470"/>
                </a:avLst>
              </a:prstGeom>
              <a:noFill/>
              <a:ln w="9525" cap="flat" cmpd="sng">
                <a:solidFill>
                  <a:srgbClr val="FFFFFF">
                    <a:alpha val="8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61" name="Google Shape;61;p2"/>
              <p:cNvSpPr/>
              <p:nvPr/>
            </p:nvSpPr>
            <p:spPr>
              <a:xfrm>
                <a:off x="10632043" y="671415"/>
                <a:ext cx="759900" cy="686400"/>
              </a:xfrm>
              <a:prstGeom prst="hexagon">
                <a:avLst>
                  <a:gd name="adj" fmla="val 25000"/>
                  <a:gd name="vf" fmla="val 115470"/>
                </a:avLst>
              </a:prstGeom>
              <a:noFill/>
              <a:ln w="9525" cap="flat" cmpd="sng">
                <a:solidFill>
                  <a:srgbClr val="FFFFFF">
                    <a:alpha val="8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62" name="Google Shape;62;p2"/>
              <p:cNvSpPr/>
              <p:nvPr/>
            </p:nvSpPr>
            <p:spPr>
              <a:xfrm>
                <a:off x="9821533" y="4274278"/>
                <a:ext cx="709200" cy="666900"/>
              </a:xfrm>
              <a:prstGeom prst="hexagon">
                <a:avLst>
                  <a:gd name="adj" fmla="val 25000"/>
                  <a:gd name="vf" fmla="val 115470"/>
                </a:avLst>
              </a:prstGeom>
              <a:solidFill>
                <a:schemeClr val="accent1"/>
              </a:solidFill>
              <a:ln w="9525" cap="flat" cmpd="sng">
                <a:solidFill>
                  <a:srgbClr val="FFFFFF">
                    <a:alpha val="8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63" name="Google Shape;63;p2"/>
              <p:cNvSpPr/>
              <p:nvPr/>
            </p:nvSpPr>
            <p:spPr>
              <a:xfrm>
                <a:off x="6509835" y="5590637"/>
                <a:ext cx="709200" cy="666900"/>
              </a:xfrm>
              <a:prstGeom prst="hexagon">
                <a:avLst>
                  <a:gd name="adj" fmla="val 25000"/>
                  <a:gd name="vf" fmla="val 115470"/>
                </a:avLst>
              </a:prstGeom>
              <a:noFill/>
              <a:ln w="9525" cap="flat" cmpd="sng">
                <a:solidFill>
                  <a:srgbClr val="FFFFFF">
                    <a:alpha val="8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64" name="Google Shape;64;p2"/>
              <p:cNvSpPr/>
              <p:nvPr/>
            </p:nvSpPr>
            <p:spPr>
              <a:xfrm>
                <a:off x="8662755" y="5978341"/>
                <a:ext cx="835800" cy="785100"/>
              </a:xfrm>
              <a:prstGeom prst="hexagon">
                <a:avLst>
                  <a:gd name="adj" fmla="val 25000"/>
                  <a:gd name="vf" fmla="val 115470"/>
                </a:avLst>
              </a:prstGeom>
              <a:gradFill>
                <a:gsLst>
                  <a:gs pos="0">
                    <a:schemeClr val="dk2"/>
                  </a:gs>
                  <a:gs pos="100000">
                    <a:schemeClr val="lt2"/>
                  </a:gs>
                </a:gsLst>
                <a:path path="circle">
                  <a:fillToRect l="100000" b="100000"/>
                </a:path>
                <a:tileRect t="-100000" r="-100000"/>
              </a:gradFill>
              <a:ln w="9525" cap="flat" cmpd="sng">
                <a:solidFill>
                  <a:srgbClr val="FFFFFF">
                    <a:alpha val="8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65" name="Google Shape;65;p2"/>
              <p:cNvSpPr/>
              <p:nvPr/>
            </p:nvSpPr>
            <p:spPr>
              <a:xfrm>
                <a:off x="4144788" y="3822653"/>
                <a:ext cx="835800" cy="785100"/>
              </a:xfrm>
              <a:prstGeom prst="hexagon">
                <a:avLst>
                  <a:gd name="adj" fmla="val 25000"/>
                  <a:gd name="vf" fmla="val 115470"/>
                </a:avLst>
              </a:prstGeom>
              <a:solidFill>
                <a:schemeClr val="accent1"/>
              </a:solidFill>
              <a:ln w="9525" cap="flat" cmpd="sng">
                <a:solidFill>
                  <a:srgbClr val="FFFFFF">
                    <a:alpha val="8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66" name="Google Shape;66;p2"/>
              <p:cNvSpPr/>
              <p:nvPr/>
            </p:nvSpPr>
            <p:spPr>
              <a:xfrm>
                <a:off x="5465284" y="4823355"/>
                <a:ext cx="835800" cy="785100"/>
              </a:xfrm>
              <a:prstGeom prst="hexagon">
                <a:avLst>
                  <a:gd name="adj" fmla="val 25000"/>
                  <a:gd name="vf" fmla="val 115470"/>
                </a:avLst>
              </a:prstGeom>
              <a:solidFill>
                <a:schemeClr val="accent1"/>
              </a:solidFill>
              <a:ln w="9525" cap="flat" cmpd="sng">
                <a:solidFill>
                  <a:srgbClr val="FFFFFF">
                    <a:alpha val="8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67" name="Google Shape;67;p2"/>
              <p:cNvSpPr/>
              <p:nvPr/>
            </p:nvSpPr>
            <p:spPr>
              <a:xfrm>
                <a:off x="791932" y="3270869"/>
                <a:ext cx="804300" cy="707700"/>
              </a:xfrm>
              <a:prstGeom prst="hexagon">
                <a:avLst>
                  <a:gd name="adj" fmla="val 25000"/>
                  <a:gd name="vf" fmla="val 115470"/>
                </a:avLst>
              </a:prstGeom>
              <a:noFill/>
              <a:ln w="9525" cap="flat" cmpd="sng">
                <a:solidFill>
                  <a:srgbClr val="FFFFFF">
                    <a:alpha val="8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68" name="Google Shape;68;p2"/>
              <p:cNvSpPr/>
              <p:nvPr/>
            </p:nvSpPr>
            <p:spPr>
              <a:xfrm>
                <a:off x="1437804" y="2758779"/>
                <a:ext cx="563700" cy="474900"/>
              </a:xfrm>
              <a:prstGeom prst="hexagon">
                <a:avLst>
                  <a:gd name="adj" fmla="val 25000"/>
                  <a:gd name="vf" fmla="val 115470"/>
                </a:avLst>
              </a:prstGeom>
              <a:noFill/>
              <a:ln w="9525" cap="flat" cmpd="sng">
                <a:solidFill>
                  <a:srgbClr val="FFFFFF">
                    <a:alpha val="8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69" name="Google Shape;69;p2"/>
              <p:cNvSpPr/>
              <p:nvPr/>
            </p:nvSpPr>
            <p:spPr>
              <a:xfrm>
                <a:off x="709612" y="2387227"/>
                <a:ext cx="614100" cy="505500"/>
              </a:xfrm>
              <a:prstGeom prst="hexagon">
                <a:avLst>
                  <a:gd name="adj" fmla="val 25000"/>
                  <a:gd name="vf" fmla="val 115470"/>
                </a:avLst>
              </a:prstGeom>
              <a:noFill/>
              <a:ln w="9525" cap="flat" cmpd="sng">
                <a:solidFill>
                  <a:srgbClr val="FFFFFF">
                    <a:alpha val="8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70" name="Google Shape;70;p2"/>
              <p:cNvSpPr/>
              <p:nvPr/>
            </p:nvSpPr>
            <p:spPr>
              <a:xfrm>
                <a:off x="8859051" y="361950"/>
                <a:ext cx="456000" cy="393600"/>
              </a:xfrm>
              <a:prstGeom prst="hexagon">
                <a:avLst>
                  <a:gd name="adj" fmla="val 25000"/>
                  <a:gd name="vf" fmla="val 115470"/>
                </a:avLst>
              </a:prstGeom>
              <a:noFill/>
              <a:ln w="9525" cap="flat" cmpd="sng">
                <a:solidFill>
                  <a:srgbClr val="FFFFFF">
                    <a:alpha val="8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71" name="Google Shape;71;p2"/>
              <p:cNvSpPr/>
              <p:nvPr/>
            </p:nvSpPr>
            <p:spPr>
              <a:xfrm>
                <a:off x="4033976" y="1090791"/>
                <a:ext cx="563700" cy="494700"/>
              </a:xfrm>
              <a:prstGeom prst="hexagon">
                <a:avLst>
                  <a:gd name="adj" fmla="val 25000"/>
                  <a:gd name="vf" fmla="val 115470"/>
                </a:avLst>
              </a:prstGeom>
              <a:solidFill>
                <a:schemeClr val="accent1"/>
              </a:solidFill>
              <a:ln w="9525" cap="flat" cmpd="sng">
                <a:solidFill>
                  <a:srgbClr val="FFFFFF">
                    <a:alpha val="8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72" name="Google Shape;72;p2"/>
              <p:cNvSpPr/>
              <p:nvPr/>
            </p:nvSpPr>
            <p:spPr>
              <a:xfrm>
                <a:off x="3642968" y="4115267"/>
                <a:ext cx="272400" cy="227700"/>
              </a:xfrm>
              <a:prstGeom prst="hexagon">
                <a:avLst>
                  <a:gd name="adj" fmla="val 25000"/>
                  <a:gd name="vf" fmla="val 115470"/>
                </a:avLst>
              </a:prstGeom>
              <a:noFill/>
              <a:ln w="9525" cap="flat" cmpd="sng">
                <a:solidFill>
                  <a:srgbClr val="FFFFFF">
                    <a:alpha val="8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73" name="Google Shape;73;p2"/>
              <p:cNvSpPr/>
              <p:nvPr/>
            </p:nvSpPr>
            <p:spPr>
              <a:xfrm>
                <a:off x="3166476" y="5940411"/>
                <a:ext cx="253800" cy="253200"/>
              </a:xfrm>
              <a:prstGeom prst="hexagon">
                <a:avLst>
                  <a:gd name="adj" fmla="val 25000"/>
                  <a:gd name="vf" fmla="val 115470"/>
                </a:avLst>
              </a:prstGeom>
              <a:solidFill>
                <a:schemeClr val="accent1"/>
              </a:solidFill>
              <a:ln w="9525" cap="flat" cmpd="sng">
                <a:solidFill>
                  <a:srgbClr val="FFFFFF">
                    <a:alpha val="8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74" name="Google Shape;74;p2"/>
              <p:cNvSpPr/>
              <p:nvPr/>
            </p:nvSpPr>
            <p:spPr>
              <a:xfrm>
                <a:off x="6016382" y="6504567"/>
                <a:ext cx="417900" cy="361800"/>
              </a:xfrm>
              <a:prstGeom prst="hexagon">
                <a:avLst>
                  <a:gd name="adj" fmla="val 25000"/>
                  <a:gd name="vf" fmla="val 115470"/>
                </a:avLst>
              </a:prstGeom>
              <a:solidFill>
                <a:schemeClr val="accent1"/>
              </a:solidFill>
              <a:ln w="9525" cap="flat" cmpd="sng">
                <a:solidFill>
                  <a:srgbClr val="FFFFFF">
                    <a:alpha val="8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75" name="Google Shape;75;p2"/>
              <p:cNvSpPr/>
              <p:nvPr/>
            </p:nvSpPr>
            <p:spPr>
              <a:xfrm>
                <a:off x="2805544" y="2194992"/>
                <a:ext cx="417900" cy="361800"/>
              </a:xfrm>
              <a:prstGeom prst="hexagon">
                <a:avLst>
                  <a:gd name="adj" fmla="val 25000"/>
                  <a:gd name="vf" fmla="val 115470"/>
                </a:avLst>
              </a:prstGeom>
              <a:noFill/>
              <a:ln w="9525" cap="flat" cmpd="sng">
                <a:solidFill>
                  <a:srgbClr val="FFFFFF">
                    <a:alpha val="8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76" name="Google Shape;76;p2"/>
              <p:cNvSpPr/>
              <p:nvPr/>
            </p:nvSpPr>
            <p:spPr>
              <a:xfrm>
                <a:off x="1710881" y="3942192"/>
                <a:ext cx="372900" cy="332100"/>
              </a:xfrm>
              <a:prstGeom prst="hexagon">
                <a:avLst>
                  <a:gd name="adj" fmla="val 25000"/>
                  <a:gd name="vf" fmla="val 115470"/>
                </a:avLst>
              </a:prstGeom>
              <a:noFill/>
              <a:ln w="9525" cap="flat" cmpd="sng">
                <a:solidFill>
                  <a:srgbClr val="FFFFFF">
                    <a:alpha val="8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77" name="Google Shape;77;p2"/>
              <p:cNvSpPr/>
              <p:nvPr/>
            </p:nvSpPr>
            <p:spPr>
              <a:xfrm>
                <a:off x="4160618" y="1920367"/>
                <a:ext cx="272400" cy="227700"/>
              </a:xfrm>
              <a:prstGeom prst="hexagon">
                <a:avLst>
                  <a:gd name="adj" fmla="val 25000"/>
                  <a:gd name="vf" fmla="val 115470"/>
                </a:avLst>
              </a:prstGeom>
              <a:noFill/>
              <a:ln w="9525" cap="flat" cmpd="sng">
                <a:solidFill>
                  <a:srgbClr val="FFFFFF">
                    <a:alpha val="8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78" name="Google Shape;78;p2"/>
              <p:cNvSpPr/>
              <p:nvPr/>
            </p:nvSpPr>
            <p:spPr>
              <a:xfrm>
                <a:off x="7678112" y="1047333"/>
                <a:ext cx="272400" cy="227700"/>
              </a:xfrm>
              <a:prstGeom prst="hexagon">
                <a:avLst>
                  <a:gd name="adj" fmla="val 25000"/>
                  <a:gd name="vf" fmla="val 115470"/>
                </a:avLst>
              </a:prstGeom>
              <a:noFill/>
              <a:ln w="9525" cap="flat" cmpd="sng">
                <a:solidFill>
                  <a:srgbClr val="FFFFFF">
                    <a:alpha val="8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79" name="Google Shape;79;p2"/>
              <p:cNvSpPr/>
              <p:nvPr/>
            </p:nvSpPr>
            <p:spPr>
              <a:xfrm>
                <a:off x="9178821" y="4157963"/>
                <a:ext cx="272400" cy="227700"/>
              </a:xfrm>
              <a:prstGeom prst="hexagon">
                <a:avLst>
                  <a:gd name="adj" fmla="val 25000"/>
                  <a:gd name="vf" fmla="val 115470"/>
                </a:avLst>
              </a:prstGeom>
              <a:noFill/>
              <a:ln w="9525" cap="flat" cmpd="sng">
                <a:solidFill>
                  <a:srgbClr val="FFFFFF">
                    <a:alpha val="8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80" name="Google Shape;80;p2"/>
              <p:cNvSpPr/>
              <p:nvPr/>
            </p:nvSpPr>
            <p:spPr>
              <a:xfrm>
                <a:off x="959731" y="1553663"/>
                <a:ext cx="725100" cy="641400"/>
              </a:xfrm>
              <a:prstGeom prst="hexagon">
                <a:avLst>
                  <a:gd name="adj" fmla="val 25000"/>
                  <a:gd name="vf" fmla="val 115470"/>
                </a:avLst>
              </a:prstGeom>
              <a:solidFill>
                <a:schemeClr val="accent1"/>
              </a:solidFill>
              <a:ln w="9525" cap="flat" cmpd="sng">
                <a:solidFill>
                  <a:srgbClr val="FFFFFF">
                    <a:alpha val="8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81" name="Google Shape;81;p2"/>
              <p:cNvSpPr/>
              <p:nvPr/>
            </p:nvSpPr>
            <p:spPr>
              <a:xfrm>
                <a:off x="1335063" y="1167575"/>
                <a:ext cx="2699222" cy="1470200"/>
              </a:xfrm>
              <a:custGeom>
                <a:avLst/>
                <a:gdLst/>
                <a:ahLst/>
                <a:cxnLst/>
                <a:rect l="l" t="t" r="r" b="b"/>
                <a:pathLst>
                  <a:path w="1992046" h="1083020" extrusionOk="0">
                    <a:moveTo>
                      <a:pt x="0" y="1082927"/>
                    </a:moveTo>
                    <a:lnTo>
                      <a:pt x="118715" y="1083020"/>
                    </a:lnTo>
                    <a:lnTo>
                      <a:pt x="715696" y="19050"/>
                    </a:lnTo>
                    <a:lnTo>
                      <a:pt x="1396734" y="0"/>
                    </a:lnTo>
                    <a:lnTo>
                      <a:pt x="1520559" y="133350"/>
                    </a:lnTo>
                    <a:lnTo>
                      <a:pt x="1992046" y="138112"/>
                    </a:lnTo>
                  </a:path>
                </a:pathLst>
              </a:custGeom>
              <a:noFill/>
              <a:ln w="9525" cap="flat" cmpd="sng">
                <a:solidFill>
                  <a:srgbClr val="FFFFFF">
                    <a:alpha val="8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82" name="Google Shape;82;p2"/>
              <p:cNvSpPr/>
              <p:nvPr/>
            </p:nvSpPr>
            <p:spPr>
              <a:xfrm>
                <a:off x="2868864" y="4450140"/>
                <a:ext cx="1387174" cy="536602"/>
              </a:xfrm>
              <a:custGeom>
                <a:avLst/>
                <a:gdLst/>
                <a:ahLst/>
                <a:cxnLst/>
                <a:rect l="l" t="t" r="r" b="b"/>
                <a:pathLst>
                  <a:path w="1042988" h="395287" extrusionOk="0">
                    <a:moveTo>
                      <a:pt x="0" y="395287"/>
                    </a:moveTo>
                    <a:lnTo>
                      <a:pt x="280988" y="390525"/>
                    </a:lnTo>
                    <a:lnTo>
                      <a:pt x="476250" y="0"/>
                    </a:lnTo>
                    <a:lnTo>
                      <a:pt x="1042988" y="9525"/>
                    </a:lnTo>
                  </a:path>
                </a:pathLst>
              </a:custGeom>
              <a:noFill/>
              <a:ln w="9525" cap="flat" cmpd="sng">
                <a:solidFill>
                  <a:srgbClr val="FFFFFF">
                    <a:alpha val="8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83" name="Google Shape;83;p2"/>
              <p:cNvSpPr/>
              <p:nvPr/>
            </p:nvSpPr>
            <p:spPr>
              <a:xfrm>
                <a:off x="2761211" y="5445248"/>
                <a:ext cx="6092190" cy="1021485"/>
              </a:xfrm>
              <a:custGeom>
                <a:avLst/>
                <a:gdLst/>
                <a:ahLst/>
                <a:cxnLst/>
                <a:rect l="l" t="t" r="r" b="b"/>
                <a:pathLst>
                  <a:path w="4572000" h="752475" extrusionOk="0">
                    <a:moveTo>
                      <a:pt x="0" y="752475"/>
                    </a:moveTo>
                    <a:lnTo>
                      <a:pt x="581025" y="733425"/>
                    </a:lnTo>
                    <a:lnTo>
                      <a:pt x="842963" y="304800"/>
                    </a:lnTo>
                    <a:lnTo>
                      <a:pt x="1671638" y="300037"/>
                    </a:lnTo>
                    <a:lnTo>
                      <a:pt x="1847850" y="600075"/>
                    </a:lnTo>
                    <a:lnTo>
                      <a:pt x="2719388" y="585787"/>
                    </a:lnTo>
                    <a:lnTo>
                      <a:pt x="2833688" y="704850"/>
                    </a:lnTo>
                    <a:lnTo>
                      <a:pt x="4000500" y="685800"/>
                    </a:lnTo>
                    <a:lnTo>
                      <a:pt x="4348163" y="0"/>
                    </a:lnTo>
                    <a:lnTo>
                      <a:pt x="4572000" y="19050"/>
                    </a:lnTo>
                  </a:path>
                </a:pathLst>
              </a:custGeom>
              <a:noFill/>
              <a:ln w="9525" cap="flat" cmpd="sng">
                <a:solidFill>
                  <a:srgbClr val="FFFFFF">
                    <a:alpha val="8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84" name="Google Shape;84;p2"/>
              <p:cNvSpPr/>
              <p:nvPr/>
            </p:nvSpPr>
            <p:spPr>
              <a:xfrm>
                <a:off x="7624288" y="1458353"/>
                <a:ext cx="1113889" cy="575394"/>
              </a:xfrm>
              <a:custGeom>
                <a:avLst/>
                <a:gdLst/>
                <a:ahLst/>
                <a:cxnLst/>
                <a:rect l="l" t="t" r="r" b="b"/>
                <a:pathLst>
                  <a:path w="900112" h="423863" extrusionOk="0">
                    <a:moveTo>
                      <a:pt x="0" y="423863"/>
                    </a:moveTo>
                    <a:lnTo>
                      <a:pt x="204787" y="423863"/>
                    </a:lnTo>
                    <a:lnTo>
                      <a:pt x="419100" y="14288"/>
                    </a:lnTo>
                    <a:lnTo>
                      <a:pt x="900112" y="0"/>
                    </a:lnTo>
                  </a:path>
                </a:pathLst>
              </a:custGeom>
              <a:noFill/>
              <a:ln w="9525" cap="flat" cmpd="sng">
                <a:solidFill>
                  <a:srgbClr val="FFFFFF">
                    <a:alpha val="8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85" name="Google Shape;85;p2"/>
              <p:cNvSpPr/>
              <p:nvPr/>
            </p:nvSpPr>
            <p:spPr>
              <a:xfrm>
                <a:off x="7510307" y="4592299"/>
                <a:ext cx="2332614" cy="678834"/>
              </a:xfrm>
              <a:custGeom>
                <a:avLst/>
                <a:gdLst/>
                <a:ahLst/>
                <a:cxnLst/>
                <a:rect l="l" t="t" r="r" b="b"/>
                <a:pathLst>
                  <a:path w="1681163" h="500062" extrusionOk="0">
                    <a:moveTo>
                      <a:pt x="0" y="500062"/>
                    </a:moveTo>
                    <a:lnTo>
                      <a:pt x="890588" y="495300"/>
                    </a:lnTo>
                    <a:lnTo>
                      <a:pt x="1166813" y="0"/>
                    </a:lnTo>
                    <a:lnTo>
                      <a:pt x="1681163" y="23812"/>
                    </a:lnTo>
                  </a:path>
                </a:pathLst>
              </a:custGeom>
              <a:noFill/>
              <a:ln w="9525" cap="flat" cmpd="sng">
                <a:solidFill>
                  <a:srgbClr val="FFFFFF">
                    <a:alpha val="8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86" name="Google Shape;86;p2"/>
              <p:cNvSpPr/>
              <p:nvPr/>
            </p:nvSpPr>
            <p:spPr>
              <a:xfrm>
                <a:off x="7833249" y="5144774"/>
                <a:ext cx="272400" cy="227700"/>
              </a:xfrm>
              <a:prstGeom prst="hexagon">
                <a:avLst>
                  <a:gd name="adj" fmla="val 25000"/>
                  <a:gd name="vf" fmla="val 115470"/>
                </a:avLst>
              </a:prstGeom>
              <a:noFill/>
              <a:ln w="9525" cap="flat" cmpd="sng">
                <a:solidFill>
                  <a:srgbClr val="FFFFFF">
                    <a:alpha val="8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grpSp>
        <p:sp>
          <p:nvSpPr>
            <p:cNvPr id="87" name="Google Shape;87;p2"/>
            <p:cNvSpPr/>
            <p:nvPr/>
          </p:nvSpPr>
          <p:spPr>
            <a:xfrm>
              <a:off x="3179805" y="1033604"/>
              <a:ext cx="1318800" cy="1140300"/>
            </a:xfrm>
            <a:prstGeom prst="hexagon">
              <a:avLst>
                <a:gd name="adj" fmla="val 25000"/>
                <a:gd name="vf" fmla="val 115470"/>
              </a:avLst>
            </a:prstGeom>
            <a:solidFill>
              <a:schemeClr val="accent1"/>
            </a:solidFill>
            <a:ln w="9525" cap="flat" cmpd="sng">
              <a:solidFill>
                <a:srgbClr val="FFFFFF">
                  <a:alpha val="8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88" name="Google Shape;88;p2"/>
            <p:cNvSpPr/>
            <p:nvPr/>
          </p:nvSpPr>
          <p:spPr>
            <a:xfrm>
              <a:off x="623792" y="3060010"/>
              <a:ext cx="416700" cy="348900"/>
            </a:xfrm>
            <a:prstGeom prst="hexagon">
              <a:avLst>
                <a:gd name="adj" fmla="val 25000"/>
                <a:gd name="vf" fmla="val 115470"/>
              </a:avLst>
            </a:prstGeom>
            <a:solidFill>
              <a:schemeClr val="accent1"/>
            </a:solidFill>
            <a:ln w="9525" cap="flat" cmpd="sng">
              <a:solidFill>
                <a:srgbClr val="FFFFFF">
                  <a:alpha val="8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9"/>
        <p:cNvGrpSpPr/>
        <p:nvPr/>
      </p:nvGrpSpPr>
      <p:grpSpPr>
        <a:xfrm>
          <a:off x="0" y="0"/>
          <a:ext cx="0" cy="0"/>
          <a:chOff x="0" y="0"/>
          <a:chExt cx="0" cy="0"/>
        </a:xfrm>
      </p:grpSpPr>
      <p:sp>
        <p:nvSpPr>
          <p:cNvPr id="90" name="Google Shape;90;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grpSp>
        <p:nvGrpSpPr>
          <p:cNvPr id="91" name="Google Shape;91;p3"/>
          <p:cNvGrpSpPr/>
          <p:nvPr/>
        </p:nvGrpSpPr>
        <p:grpSpPr>
          <a:xfrm>
            <a:off x="6667077" y="4008904"/>
            <a:ext cx="2362271" cy="1005672"/>
            <a:chOff x="1487983" y="3464395"/>
            <a:chExt cx="2624745" cy="1135327"/>
          </a:xfrm>
        </p:grpSpPr>
        <p:sp>
          <p:nvSpPr>
            <p:cNvPr id="92" name="Google Shape;92;p3"/>
            <p:cNvSpPr/>
            <p:nvPr/>
          </p:nvSpPr>
          <p:spPr>
            <a:xfrm>
              <a:off x="2509312" y="3464395"/>
              <a:ext cx="878700" cy="762300"/>
            </a:xfrm>
            <a:prstGeom prst="hexagon">
              <a:avLst>
                <a:gd name="adj" fmla="val 25000"/>
                <a:gd name="vf" fmla="val 115470"/>
              </a:avLst>
            </a:prstGeom>
            <a:noFill/>
            <a:ln w="9525" cap="flat" cmpd="sng">
              <a:solidFill>
                <a:srgbClr val="FFFFFF">
                  <a:alpha val="6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93" name="Google Shape;93;p3"/>
            <p:cNvSpPr/>
            <p:nvPr/>
          </p:nvSpPr>
          <p:spPr>
            <a:xfrm>
              <a:off x="3595793" y="4060750"/>
              <a:ext cx="440100" cy="406200"/>
            </a:xfrm>
            <a:prstGeom prst="hexagon">
              <a:avLst>
                <a:gd name="adj" fmla="val 25000"/>
                <a:gd name="vf" fmla="val 115470"/>
              </a:avLst>
            </a:prstGeom>
            <a:noFill/>
            <a:ln w="9525" cap="flat" cmpd="sng">
              <a:solidFill>
                <a:srgbClr val="FFFFFF">
                  <a:alpha val="6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94" name="Google Shape;94;p3"/>
            <p:cNvSpPr/>
            <p:nvPr/>
          </p:nvSpPr>
          <p:spPr>
            <a:xfrm>
              <a:off x="1487983" y="3869492"/>
              <a:ext cx="409200" cy="364800"/>
            </a:xfrm>
            <a:prstGeom prst="hexagon">
              <a:avLst>
                <a:gd name="adj" fmla="val 25000"/>
                <a:gd name="vf" fmla="val 115470"/>
              </a:avLst>
            </a:prstGeom>
            <a:solidFill>
              <a:schemeClr val="accent1"/>
            </a:solidFill>
            <a:ln w="9525" cap="flat" cmpd="sng">
              <a:solidFill>
                <a:srgbClr val="FFFFFF">
                  <a:alpha val="6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95" name="Google Shape;95;p3"/>
            <p:cNvSpPr/>
            <p:nvPr/>
          </p:nvSpPr>
          <p:spPr>
            <a:xfrm>
              <a:off x="2085257" y="3981317"/>
              <a:ext cx="323400" cy="279900"/>
            </a:xfrm>
            <a:prstGeom prst="hexagon">
              <a:avLst>
                <a:gd name="adj" fmla="val 25000"/>
                <a:gd name="vf" fmla="val 115470"/>
              </a:avLst>
            </a:prstGeom>
            <a:noFill/>
            <a:ln w="9525" cap="flat" cmpd="sng">
              <a:solidFill>
                <a:srgbClr val="FFFFFF">
                  <a:alpha val="6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96" name="Google Shape;96;p3"/>
            <p:cNvSpPr/>
            <p:nvPr/>
          </p:nvSpPr>
          <p:spPr>
            <a:xfrm>
              <a:off x="1599400" y="4345322"/>
              <a:ext cx="281400" cy="254400"/>
            </a:xfrm>
            <a:prstGeom prst="hexagon">
              <a:avLst>
                <a:gd name="adj" fmla="val 25000"/>
                <a:gd name="vf" fmla="val 115470"/>
              </a:avLst>
            </a:prstGeom>
            <a:noFill/>
            <a:ln w="9525" cap="flat" cmpd="sng">
              <a:solidFill>
                <a:srgbClr val="FFFFFF">
                  <a:alpha val="6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97" name="Google Shape;97;p3"/>
            <p:cNvSpPr/>
            <p:nvPr/>
          </p:nvSpPr>
          <p:spPr>
            <a:xfrm>
              <a:off x="3908128" y="3858168"/>
              <a:ext cx="204600" cy="186300"/>
            </a:xfrm>
            <a:prstGeom prst="hexagon">
              <a:avLst>
                <a:gd name="adj" fmla="val 25000"/>
                <a:gd name="vf" fmla="val 115470"/>
              </a:avLst>
            </a:prstGeom>
            <a:solidFill>
              <a:schemeClr val="accent1"/>
            </a:solidFill>
            <a:ln w="9525" cap="flat" cmpd="sng">
              <a:solidFill>
                <a:srgbClr val="FFFFFF">
                  <a:alpha val="6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98" name="Google Shape;98;p3"/>
            <p:cNvSpPr/>
            <p:nvPr/>
          </p:nvSpPr>
          <p:spPr>
            <a:xfrm>
              <a:off x="2810523" y="4135763"/>
              <a:ext cx="204600" cy="186300"/>
            </a:xfrm>
            <a:prstGeom prst="hexagon">
              <a:avLst>
                <a:gd name="adj" fmla="val 25000"/>
                <a:gd name="vf" fmla="val 115470"/>
              </a:avLst>
            </a:prstGeom>
            <a:noFill/>
            <a:ln w="9525" cap="flat" cmpd="sng">
              <a:solidFill>
                <a:srgbClr val="FFFFFF">
                  <a:alpha val="6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99" name="Google Shape;99;p3"/>
            <p:cNvSpPr/>
            <p:nvPr/>
          </p:nvSpPr>
          <p:spPr>
            <a:xfrm>
              <a:off x="3573874" y="4334251"/>
              <a:ext cx="241200" cy="219300"/>
            </a:xfrm>
            <a:prstGeom prst="hexagon">
              <a:avLst>
                <a:gd name="adj" fmla="val 25000"/>
                <a:gd name="vf" fmla="val 115470"/>
              </a:avLst>
            </a:prstGeom>
            <a:solidFill>
              <a:schemeClr val="accent1"/>
            </a:solidFill>
            <a:ln w="9525" cap="flat" cmpd="sng">
              <a:solidFill>
                <a:srgbClr val="FFFFFF">
                  <a:alpha val="6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100" name="Google Shape;100;p3"/>
            <p:cNvSpPr/>
            <p:nvPr/>
          </p:nvSpPr>
          <p:spPr>
            <a:xfrm>
              <a:off x="2270649" y="3731992"/>
              <a:ext cx="241200" cy="219300"/>
            </a:xfrm>
            <a:prstGeom prst="hexagon">
              <a:avLst>
                <a:gd name="adj" fmla="val 25000"/>
                <a:gd name="vf" fmla="val 115470"/>
              </a:avLst>
            </a:prstGeom>
            <a:solidFill>
              <a:schemeClr val="accent1"/>
            </a:solidFill>
            <a:ln w="9525" cap="flat" cmpd="sng">
              <a:solidFill>
                <a:srgbClr val="FFFFFF">
                  <a:alpha val="6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101" name="Google Shape;101;p3"/>
            <p:cNvSpPr/>
            <p:nvPr/>
          </p:nvSpPr>
          <p:spPr>
            <a:xfrm>
              <a:off x="3274324" y="3797177"/>
              <a:ext cx="241200" cy="219300"/>
            </a:xfrm>
            <a:prstGeom prst="hexagon">
              <a:avLst>
                <a:gd name="adj" fmla="val 25000"/>
                <a:gd name="vf" fmla="val 115470"/>
              </a:avLst>
            </a:prstGeom>
            <a:solidFill>
              <a:schemeClr val="accent1"/>
            </a:solidFill>
            <a:ln w="9525" cap="flat" cmpd="sng">
              <a:solidFill>
                <a:srgbClr val="FFFFFF">
                  <a:alpha val="6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102" name="Google Shape;102;p3"/>
            <p:cNvSpPr/>
            <p:nvPr/>
          </p:nvSpPr>
          <p:spPr>
            <a:xfrm>
              <a:off x="2125898" y="3813743"/>
              <a:ext cx="78600" cy="63600"/>
            </a:xfrm>
            <a:prstGeom prst="hexagon">
              <a:avLst>
                <a:gd name="adj" fmla="val 25000"/>
                <a:gd name="vf" fmla="val 115470"/>
              </a:avLst>
            </a:prstGeom>
            <a:noFill/>
            <a:ln w="9525" cap="flat" cmpd="sng">
              <a:solidFill>
                <a:srgbClr val="FFFFFF">
                  <a:alpha val="6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103" name="Google Shape;103;p3"/>
            <p:cNvSpPr/>
            <p:nvPr/>
          </p:nvSpPr>
          <p:spPr>
            <a:xfrm>
              <a:off x="1988452" y="4323654"/>
              <a:ext cx="73200" cy="70800"/>
            </a:xfrm>
            <a:prstGeom prst="hexagon">
              <a:avLst>
                <a:gd name="adj" fmla="val 25000"/>
                <a:gd name="vf" fmla="val 115470"/>
              </a:avLst>
            </a:prstGeom>
            <a:solidFill>
              <a:schemeClr val="accent1"/>
            </a:solidFill>
            <a:ln w="9525" cap="flat" cmpd="sng">
              <a:solidFill>
                <a:srgbClr val="FFFFFF">
                  <a:alpha val="6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104" name="Google Shape;104;p3"/>
            <p:cNvSpPr/>
            <p:nvPr/>
          </p:nvSpPr>
          <p:spPr>
            <a:xfrm>
              <a:off x="2810518" y="4481269"/>
              <a:ext cx="120600" cy="101100"/>
            </a:xfrm>
            <a:prstGeom prst="hexagon">
              <a:avLst>
                <a:gd name="adj" fmla="val 25000"/>
                <a:gd name="vf" fmla="val 115470"/>
              </a:avLst>
            </a:prstGeom>
            <a:solidFill>
              <a:schemeClr val="accent1"/>
            </a:solidFill>
            <a:ln w="9525" cap="flat" cmpd="sng">
              <a:solidFill>
                <a:srgbClr val="FFFFFF">
                  <a:alpha val="6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105" name="Google Shape;105;p3"/>
            <p:cNvSpPr/>
            <p:nvPr/>
          </p:nvSpPr>
          <p:spPr>
            <a:xfrm>
              <a:off x="3722735" y="3825672"/>
              <a:ext cx="78600" cy="63600"/>
            </a:xfrm>
            <a:prstGeom prst="hexagon">
              <a:avLst>
                <a:gd name="adj" fmla="val 25000"/>
                <a:gd name="vf" fmla="val 115470"/>
              </a:avLst>
            </a:prstGeom>
            <a:noFill/>
            <a:ln w="9525" cap="flat" cmpd="sng">
              <a:solidFill>
                <a:srgbClr val="FFFFFF">
                  <a:alpha val="6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106" name="Google Shape;106;p3"/>
            <p:cNvSpPr/>
            <p:nvPr/>
          </p:nvSpPr>
          <p:spPr>
            <a:xfrm>
              <a:off x="1902604" y="3907300"/>
              <a:ext cx="398943" cy="150209"/>
            </a:xfrm>
            <a:custGeom>
              <a:avLst/>
              <a:gdLst/>
              <a:ahLst/>
              <a:cxnLst/>
              <a:rect l="l" t="t" r="r" b="b"/>
              <a:pathLst>
                <a:path w="1042988" h="395287" extrusionOk="0">
                  <a:moveTo>
                    <a:pt x="0" y="395287"/>
                  </a:moveTo>
                  <a:lnTo>
                    <a:pt x="280988" y="390525"/>
                  </a:lnTo>
                  <a:lnTo>
                    <a:pt x="476250" y="0"/>
                  </a:lnTo>
                  <a:lnTo>
                    <a:pt x="1042988" y="9525"/>
                  </a:lnTo>
                </a:path>
              </a:pathLst>
            </a:custGeom>
            <a:noFill/>
            <a:ln w="9525" cap="flat" cmpd="sng">
              <a:solidFill>
                <a:srgbClr val="FFFFFF">
                  <a:alpha val="6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107" name="Google Shape;107;p3"/>
            <p:cNvSpPr/>
            <p:nvPr/>
          </p:nvSpPr>
          <p:spPr>
            <a:xfrm>
              <a:off x="1871551" y="4185315"/>
              <a:ext cx="1760220" cy="285940"/>
            </a:xfrm>
            <a:custGeom>
              <a:avLst/>
              <a:gdLst/>
              <a:ahLst/>
              <a:cxnLst/>
              <a:rect l="l" t="t" r="r" b="b"/>
              <a:pathLst>
                <a:path w="4572000" h="752475" extrusionOk="0">
                  <a:moveTo>
                    <a:pt x="0" y="752475"/>
                  </a:moveTo>
                  <a:lnTo>
                    <a:pt x="581025" y="733425"/>
                  </a:lnTo>
                  <a:lnTo>
                    <a:pt x="842963" y="304800"/>
                  </a:lnTo>
                  <a:lnTo>
                    <a:pt x="1671638" y="300037"/>
                  </a:lnTo>
                  <a:lnTo>
                    <a:pt x="1847850" y="600075"/>
                  </a:lnTo>
                  <a:lnTo>
                    <a:pt x="2719388" y="585787"/>
                  </a:lnTo>
                  <a:lnTo>
                    <a:pt x="2833688" y="704850"/>
                  </a:lnTo>
                  <a:lnTo>
                    <a:pt x="4000500" y="685800"/>
                  </a:lnTo>
                  <a:lnTo>
                    <a:pt x="4348163" y="0"/>
                  </a:lnTo>
                  <a:lnTo>
                    <a:pt x="4572000" y="19050"/>
                  </a:lnTo>
                </a:path>
              </a:pathLst>
            </a:custGeom>
            <a:noFill/>
            <a:ln w="9525" cap="flat" cmpd="sng">
              <a:solidFill>
                <a:srgbClr val="FFFFFF">
                  <a:alpha val="6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108" name="Google Shape;108;p3"/>
            <p:cNvSpPr/>
            <p:nvPr/>
          </p:nvSpPr>
          <p:spPr>
            <a:xfrm>
              <a:off x="3241446" y="3947017"/>
              <a:ext cx="672465" cy="190024"/>
            </a:xfrm>
            <a:custGeom>
              <a:avLst/>
              <a:gdLst/>
              <a:ahLst/>
              <a:cxnLst/>
              <a:rect l="l" t="t" r="r" b="b"/>
              <a:pathLst>
                <a:path w="1681163" h="500062" extrusionOk="0">
                  <a:moveTo>
                    <a:pt x="0" y="500062"/>
                  </a:moveTo>
                  <a:lnTo>
                    <a:pt x="890588" y="495300"/>
                  </a:lnTo>
                  <a:lnTo>
                    <a:pt x="1166813" y="0"/>
                  </a:lnTo>
                  <a:lnTo>
                    <a:pt x="1681163" y="23812"/>
                  </a:lnTo>
                </a:path>
              </a:pathLst>
            </a:custGeom>
            <a:noFill/>
            <a:ln w="9525" cap="flat" cmpd="sng">
              <a:solidFill>
                <a:srgbClr val="FFFFFF">
                  <a:alpha val="6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109" name="Google Shape;109;p3"/>
            <p:cNvSpPr/>
            <p:nvPr/>
          </p:nvSpPr>
          <p:spPr>
            <a:xfrm>
              <a:off x="3334600" y="4101368"/>
              <a:ext cx="78600" cy="63600"/>
            </a:xfrm>
            <a:prstGeom prst="hexagon">
              <a:avLst>
                <a:gd name="adj" fmla="val 25000"/>
                <a:gd name="vf" fmla="val 115470"/>
              </a:avLst>
            </a:prstGeom>
            <a:noFill/>
            <a:ln w="9525" cap="flat" cmpd="sng">
              <a:solidFill>
                <a:srgbClr val="FFFFFF">
                  <a:alpha val="6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grpSp>
      <p:grpSp>
        <p:nvGrpSpPr>
          <p:cNvPr id="110" name="Google Shape;110;p3"/>
          <p:cNvGrpSpPr/>
          <p:nvPr/>
        </p:nvGrpSpPr>
        <p:grpSpPr>
          <a:xfrm flipH="1">
            <a:off x="146827" y="97304"/>
            <a:ext cx="2362271" cy="1005672"/>
            <a:chOff x="1487983" y="3464395"/>
            <a:chExt cx="2624745" cy="1135327"/>
          </a:xfrm>
        </p:grpSpPr>
        <p:sp>
          <p:nvSpPr>
            <p:cNvPr id="111" name="Google Shape;111;p3"/>
            <p:cNvSpPr/>
            <p:nvPr/>
          </p:nvSpPr>
          <p:spPr>
            <a:xfrm>
              <a:off x="2509312" y="3464395"/>
              <a:ext cx="878700" cy="762300"/>
            </a:xfrm>
            <a:prstGeom prst="hexagon">
              <a:avLst>
                <a:gd name="adj" fmla="val 25000"/>
                <a:gd name="vf" fmla="val 115470"/>
              </a:avLst>
            </a:prstGeom>
            <a:noFill/>
            <a:ln w="9525" cap="flat" cmpd="sng">
              <a:solidFill>
                <a:srgbClr val="FFFFFF">
                  <a:alpha val="6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112" name="Google Shape;112;p3"/>
            <p:cNvSpPr/>
            <p:nvPr/>
          </p:nvSpPr>
          <p:spPr>
            <a:xfrm>
              <a:off x="3595793" y="4060750"/>
              <a:ext cx="440100" cy="406200"/>
            </a:xfrm>
            <a:prstGeom prst="hexagon">
              <a:avLst>
                <a:gd name="adj" fmla="val 25000"/>
                <a:gd name="vf" fmla="val 115470"/>
              </a:avLst>
            </a:prstGeom>
            <a:noFill/>
            <a:ln w="9525" cap="flat" cmpd="sng">
              <a:solidFill>
                <a:srgbClr val="FFFFFF">
                  <a:alpha val="6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113" name="Google Shape;113;p3"/>
            <p:cNvSpPr/>
            <p:nvPr/>
          </p:nvSpPr>
          <p:spPr>
            <a:xfrm>
              <a:off x="1487983" y="3869492"/>
              <a:ext cx="409200" cy="364800"/>
            </a:xfrm>
            <a:prstGeom prst="hexagon">
              <a:avLst>
                <a:gd name="adj" fmla="val 25000"/>
                <a:gd name="vf" fmla="val 115470"/>
              </a:avLst>
            </a:prstGeom>
            <a:solidFill>
              <a:schemeClr val="accent1"/>
            </a:solidFill>
            <a:ln w="9525" cap="flat" cmpd="sng">
              <a:solidFill>
                <a:srgbClr val="FFFFFF">
                  <a:alpha val="6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114" name="Google Shape;114;p3"/>
            <p:cNvSpPr/>
            <p:nvPr/>
          </p:nvSpPr>
          <p:spPr>
            <a:xfrm>
              <a:off x="2085257" y="3981317"/>
              <a:ext cx="323400" cy="279900"/>
            </a:xfrm>
            <a:prstGeom prst="hexagon">
              <a:avLst>
                <a:gd name="adj" fmla="val 25000"/>
                <a:gd name="vf" fmla="val 115470"/>
              </a:avLst>
            </a:prstGeom>
            <a:noFill/>
            <a:ln w="9525" cap="flat" cmpd="sng">
              <a:solidFill>
                <a:srgbClr val="FFFFFF">
                  <a:alpha val="6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115" name="Google Shape;115;p3"/>
            <p:cNvSpPr/>
            <p:nvPr/>
          </p:nvSpPr>
          <p:spPr>
            <a:xfrm>
              <a:off x="1599400" y="4345322"/>
              <a:ext cx="281400" cy="254400"/>
            </a:xfrm>
            <a:prstGeom prst="hexagon">
              <a:avLst>
                <a:gd name="adj" fmla="val 25000"/>
                <a:gd name="vf" fmla="val 115470"/>
              </a:avLst>
            </a:prstGeom>
            <a:noFill/>
            <a:ln w="9525" cap="flat" cmpd="sng">
              <a:solidFill>
                <a:srgbClr val="FFFFFF">
                  <a:alpha val="6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116" name="Google Shape;116;p3"/>
            <p:cNvSpPr/>
            <p:nvPr/>
          </p:nvSpPr>
          <p:spPr>
            <a:xfrm>
              <a:off x="3908128" y="3858168"/>
              <a:ext cx="204600" cy="186300"/>
            </a:xfrm>
            <a:prstGeom prst="hexagon">
              <a:avLst>
                <a:gd name="adj" fmla="val 25000"/>
                <a:gd name="vf" fmla="val 115470"/>
              </a:avLst>
            </a:prstGeom>
            <a:solidFill>
              <a:schemeClr val="accent1"/>
            </a:solidFill>
            <a:ln w="9525" cap="flat" cmpd="sng">
              <a:solidFill>
                <a:srgbClr val="FFFFFF">
                  <a:alpha val="6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117" name="Google Shape;117;p3"/>
            <p:cNvSpPr/>
            <p:nvPr/>
          </p:nvSpPr>
          <p:spPr>
            <a:xfrm>
              <a:off x="2810523" y="4135763"/>
              <a:ext cx="204600" cy="186300"/>
            </a:xfrm>
            <a:prstGeom prst="hexagon">
              <a:avLst>
                <a:gd name="adj" fmla="val 25000"/>
                <a:gd name="vf" fmla="val 115470"/>
              </a:avLst>
            </a:prstGeom>
            <a:noFill/>
            <a:ln w="9525" cap="flat" cmpd="sng">
              <a:solidFill>
                <a:srgbClr val="FFFFFF">
                  <a:alpha val="6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118" name="Google Shape;118;p3"/>
            <p:cNvSpPr/>
            <p:nvPr/>
          </p:nvSpPr>
          <p:spPr>
            <a:xfrm>
              <a:off x="3573874" y="4334251"/>
              <a:ext cx="241200" cy="219300"/>
            </a:xfrm>
            <a:prstGeom prst="hexagon">
              <a:avLst>
                <a:gd name="adj" fmla="val 25000"/>
                <a:gd name="vf" fmla="val 115470"/>
              </a:avLst>
            </a:prstGeom>
            <a:solidFill>
              <a:schemeClr val="accent1"/>
            </a:solidFill>
            <a:ln w="9525" cap="flat" cmpd="sng">
              <a:solidFill>
                <a:srgbClr val="FFFFFF">
                  <a:alpha val="6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119" name="Google Shape;119;p3"/>
            <p:cNvSpPr/>
            <p:nvPr/>
          </p:nvSpPr>
          <p:spPr>
            <a:xfrm>
              <a:off x="2270649" y="3731992"/>
              <a:ext cx="241200" cy="219300"/>
            </a:xfrm>
            <a:prstGeom prst="hexagon">
              <a:avLst>
                <a:gd name="adj" fmla="val 25000"/>
                <a:gd name="vf" fmla="val 115470"/>
              </a:avLst>
            </a:prstGeom>
            <a:solidFill>
              <a:schemeClr val="accent1"/>
            </a:solidFill>
            <a:ln w="9525" cap="flat" cmpd="sng">
              <a:solidFill>
                <a:srgbClr val="FFFFFF">
                  <a:alpha val="6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120" name="Google Shape;120;p3"/>
            <p:cNvSpPr/>
            <p:nvPr/>
          </p:nvSpPr>
          <p:spPr>
            <a:xfrm>
              <a:off x="3274324" y="3797177"/>
              <a:ext cx="241200" cy="219300"/>
            </a:xfrm>
            <a:prstGeom prst="hexagon">
              <a:avLst>
                <a:gd name="adj" fmla="val 25000"/>
                <a:gd name="vf" fmla="val 115470"/>
              </a:avLst>
            </a:prstGeom>
            <a:solidFill>
              <a:schemeClr val="accent1"/>
            </a:solidFill>
            <a:ln w="9525" cap="flat" cmpd="sng">
              <a:solidFill>
                <a:srgbClr val="FFFFFF">
                  <a:alpha val="6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121" name="Google Shape;121;p3"/>
            <p:cNvSpPr/>
            <p:nvPr/>
          </p:nvSpPr>
          <p:spPr>
            <a:xfrm>
              <a:off x="2125898" y="3813743"/>
              <a:ext cx="78600" cy="63600"/>
            </a:xfrm>
            <a:prstGeom prst="hexagon">
              <a:avLst>
                <a:gd name="adj" fmla="val 25000"/>
                <a:gd name="vf" fmla="val 115470"/>
              </a:avLst>
            </a:prstGeom>
            <a:noFill/>
            <a:ln w="9525" cap="flat" cmpd="sng">
              <a:solidFill>
                <a:srgbClr val="FFFFFF">
                  <a:alpha val="6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122" name="Google Shape;122;p3"/>
            <p:cNvSpPr/>
            <p:nvPr/>
          </p:nvSpPr>
          <p:spPr>
            <a:xfrm>
              <a:off x="1988452" y="4323654"/>
              <a:ext cx="73200" cy="70800"/>
            </a:xfrm>
            <a:prstGeom prst="hexagon">
              <a:avLst>
                <a:gd name="adj" fmla="val 25000"/>
                <a:gd name="vf" fmla="val 115470"/>
              </a:avLst>
            </a:prstGeom>
            <a:solidFill>
              <a:schemeClr val="accent1"/>
            </a:solidFill>
            <a:ln w="9525" cap="flat" cmpd="sng">
              <a:solidFill>
                <a:srgbClr val="FFFFFF">
                  <a:alpha val="6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123" name="Google Shape;123;p3"/>
            <p:cNvSpPr/>
            <p:nvPr/>
          </p:nvSpPr>
          <p:spPr>
            <a:xfrm>
              <a:off x="2810518" y="4481269"/>
              <a:ext cx="120600" cy="101100"/>
            </a:xfrm>
            <a:prstGeom prst="hexagon">
              <a:avLst>
                <a:gd name="adj" fmla="val 25000"/>
                <a:gd name="vf" fmla="val 115470"/>
              </a:avLst>
            </a:prstGeom>
            <a:solidFill>
              <a:schemeClr val="accent1"/>
            </a:solidFill>
            <a:ln w="9525" cap="flat" cmpd="sng">
              <a:solidFill>
                <a:srgbClr val="FFFFFF">
                  <a:alpha val="6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124" name="Google Shape;124;p3"/>
            <p:cNvSpPr/>
            <p:nvPr/>
          </p:nvSpPr>
          <p:spPr>
            <a:xfrm>
              <a:off x="3722735" y="3825672"/>
              <a:ext cx="78600" cy="63600"/>
            </a:xfrm>
            <a:prstGeom prst="hexagon">
              <a:avLst>
                <a:gd name="adj" fmla="val 25000"/>
                <a:gd name="vf" fmla="val 115470"/>
              </a:avLst>
            </a:prstGeom>
            <a:noFill/>
            <a:ln w="9525" cap="flat" cmpd="sng">
              <a:solidFill>
                <a:srgbClr val="FFFFFF">
                  <a:alpha val="6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125" name="Google Shape;125;p3"/>
            <p:cNvSpPr/>
            <p:nvPr/>
          </p:nvSpPr>
          <p:spPr>
            <a:xfrm>
              <a:off x="1902604" y="3907300"/>
              <a:ext cx="398943" cy="150209"/>
            </a:xfrm>
            <a:custGeom>
              <a:avLst/>
              <a:gdLst/>
              <a:ahLst/>
              <a:cxnLst/>
              <a:rect l="l" t="t" r="r" b="b"/>
              <a:pathLst>
                <a:path w="1042988" h="395287" extrusionOk="0">
                  <a:moveTo>
                    <a:pt x="0" y="395287"/>
                  </a:moveTo>
                  <a:lnTo>
                    <a:pt x="280988" y="390525"/>
                  </a:lnTo>
                  <a:lnTo>
                    <a:pt x="476250" y="0"/>
                  </a:lnTo>
                  <a:lnTo>
                    <a:pt x="1042988" y="9525"/>
                  </a:lnTo>
                </a:path>
              </a:pathLst>
            </a:custGeom>
            <a:noFill/>
            <a:ln w="9525" cap="flat" cmpd="sng">
              <a:solidFill>
                <a:srgbClr val="FFFFFF">
                  <a:alpha val="6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126" name="Google Shape;126;p3"/>
            <p:cNvSpPr/>
            <p:nvPr/>
          </p:nvSpPr>
          <p:spPr>
            <a:xfrm>
              <a:off x="1871551" y="4185315"/>
              <a:ext cx="1760220" cy="285940"/>
            </a:xfrm>
            <a:custGeom>
              <a:avLst/>
              <a:gdLst/>
              <a:ahLst/>
              <a:cxnLst/>
              <a:rect l="l" t="t" r="r" b="b"/>
              <a:pathLst>
                <a:path w="4572000" h="752475" extrusionOk="0">
                  <a:moveTo>
                    <a:pt x="0" y="752475"/>
                  </a:moveTo>
                  <a:lnTo>
                    <a:pt x="581025" y="733425"/>
                  </a:lnTo>
                  <a:lnTo>
                    <a:pt x="842963" y="304800"/>
                  </a:lnTo>
                  <a:lnTo>
                    <a:pt x="1671638" y="300037"/>
                  </a:lnTo>
                  <a:lnTo>
                    <a:pt x="1847850" y="600075"/>
                  </a:lnTo>
                  <a:lnTo>
                    <a:pt x="2719388" y="585787"/>
                  </a:lnTo>
                  <a:lnTo>
                    <a:pt x="2833688" y="704850"/>
                  </a:lnTo>
                  <a:lnTo>
                    <a:pt x="4000500" y="685800"/>
                  </a:lnTo>
                  <a:lnTo>
                    <a:pt x="4348163" y="0"/>
                  </a:lnTo>
                  <a:lnTo>
                    <a:pt x="4572000" y="19050"/>
                  </a:lnTo>
                </a:path>
              </a:pathLst>
            </a:custGeom>
            <a:noFill/>
            <a:ln w="9525" cap="flat" cmpd="sng">
              <a:solidFill>
                <a:srgbClr val="FFFFFF">
                  <a:alpha val="6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127" name="Google Shape;127;p3"/>
            <p:cNvSpPr/>
            <p:nvPr/>
          </p:nvSpPr>
          <p:spPr>
            <a:xfrm>
              <a:off x="3241446" y="3947017"/>
              <a:ext cx="672465" cy="190024"/>
            </a:xfrm>
            <a:custGeom>
              <a:avLst/>
              <a:gdLst/>
              <a:ahLst/>
              <a:cxnLst/>
              <a:rect l="l" t="t" r="r" b="b"/>
              <a:pathLst>
                <a:path w="1681163" h="500062" extrusionOk="0">
                  <a:moveTo>
                    <a:pt x="0" y="500062"/>
                  </a:moveTo>
                  <a:lnTo>
                    <a:pt x="890588" y="495300"/>
                  </a:lnTo>
                  <a:lnTo>
                    <a:pt x="1166813" y="0"/>
                  </a:lnTo>
                  <a:lnTo>
                    <a:pt x="1681163" y="23812"/>
                  </a:lnTo>
                </a:path>
              </a:pathLst>
            </a:custGeom>
            <a:noFill/>
            <a:ln w="9525" cap="flat" cmpd="sng">
              <a:solidFill>
                <a:srgbClr val="FFFFFF">
                  <a:alpha val="6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128" name="Google Shape;128;p3"/>
            <p:cNvSpPr/>
            <p:nvPr/>
          </p:nvSpPr>
          <p:spPr>
            <a:xfrm>
              <a:off x="3334600" y="4101368"/>
              <a:ext cx="78600" cy="63600"/>
            </a:xfrm>
            <a:prstGeom prst="hexagon">
              <a:avLst>
                <a:gd name="adj" fmla="val 25000"/>
                <a:gd name="vf" fmla="val 115470"/>
              </a:avLst>
            </a:prstGeom>
            <a:noFill/>
            <a:ln w="9525" cap="flat" cmpd="sng">
              <a:solidFill>
                <a:srgbClr val="FFFFFF">
                  <a:alpha val="6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29"/>
        <p:cNvGrpSpPr/>
        <p:nvPr/>
      </p:nvGrpSpPr>
      <p:grpSpPr>
        <a:xfrm>
          <a:off x="0" y="0"/>
          <a:ext cx="0" cy="0"/>
          <a:chOff x="0" y="0"/>
          <a:chExt cx="0" cy="0"/>
        </a:xfrm>
      </p:grpSpPr>
      <p:sp>
        <p:nvSpPr>
          <p:cNvPr id="130" name="Google Shape;130;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131" name="Google Shape;131;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42900">
              <a:spcBef>
                <a:spcPts val="1600"/>
              </a:spcBef>
              <a:spcAft>
                <a:spcPts val="0"/>
              </a:spcAft>
              <a:buSzPts val="1800"/>
              <a:buChar char="○"/>
              <a:defRPr/>
            </a:lvl2pPr>
            <a:lvl3pPr marL="1371600" lvl="2" indent="-342900">
              <a:spcBef>
                <a:spcPts val="1600"/>
              </a:spcBef>
              <a:spcAft>
                <a:spcPts val="0"/>
              </a:spcAft>
              <a:buSzPts val="1800"/>
              <a:buChar char="■"/>
              <a:defRPr/>
            </a:lvl3pPr>
            <a:lvl4pPr marL="1828800" lvl="3" indent="-342900">
              <a:spcBef>
                <a:spcPts val="1600"/>
              </a:spcBef>
              <a:spcAft>
                <a:spcPts val="0"/>
              </a:spcAft>
              <a:buSzPts val="1800"/>
              <a:buChar char="●"/>
              <a:defRPr/>
            </a:lvl4pPr>
            <a:lvl5pPr marL="2286000" lvl="4" indent="-342900">
              <a:spcBef>
                <a:spcPts val="1600"/>
              </a:spcBef>
              <a:spcAft>
                <a:spcPts val="0"/>
              </a:spcAft>
              <a:buSzPts val="1800"/>
              <a:buChar char="○"/>
              <a:defRPr/>
            </a:lvl5pPr>
            <a:lvl6pPr marL="2743200" lvl="5" indent="-342900">
              <a:spcBef>
                <a:spcPts val="1600"/>
              </a:spcBef>
              <a:spcAft>
                <a:spcPts val="0"/>
              </a:spcAft>
              <a:buSzPts val="1800"/>
              <a:buChar char="■"/>
              <a:defRPr/>
            </a:lvl6pPr>
            <a:lvl7pPr marL="3200400" lvl="6" indent="-342900">
              <a:spcBef>
                <a:spcPts val="1600"/>
              </a:spcBef>
              <a:spcAft>
                <a:spcPts val="0"/>
              </a:spcAft>
              <a:buSzPts val="1800"/>
              <a:buChar char="●"/>
              <a:defRPr/>
            </a:lvl7pPr>
            <a:lvl8pPr marL="3657600" lvl="7" indent="-342900">
              <a:spcBef>
                <a:spcPts val="1600"/>
              </a:spcBef>
              <a:spcAft>
                <a:spcPts val="0"/>
              </a:spcAft>
              <a:buSzPts val="1800"/>
              <a:buChar char="○"/>
              <a:defRPr/>
            </a:lvl8pPr>
            <a:lvl9pPr marL="4114800" lvl="8" indent="-342900">
              <a:spcBef>
                <a:spcPts val="1600"/>
              </a:spcBef>
              <a:spcAft>
                <a:spcPts val="1600"/>
              </a:spcAft>
              <a:buSzPts val="1800"/>
              <a:buChar char="■"/>
              <a:defRPr/>
            </a:lvl9pPr>
          </a:lstStyle>
          <a:p>
            <a:endParaRPr/>
          </a:p>
        </p:txBody>
      </p:sp>
      <p:grpSp>
        <p:nvGrpSpPr>
          <p:cNvPr id="132" name="Google Shape;132;p4"/>
          <p:cNvGrpSpPr/>
          <p:nvPr/>
        </p:nvGrpSpPr>
        <p:grpSpPr>
          <a:xfrm>
            <a:off x="6667077" y="4008904"/>
            <a:ext cx="2362271" cy="1005672"/>
            <a:chOff x="1487983" y="3464395"/>
            <a:chExt cx="2624745" cy="1135327"/>
          </a:xfrm>
        </p:grpSpPr>
        <p:sp>
          <p:nvSpPr>
            <p:cNvPr id="133" name="Google Shape;133;p4"/>
            <p:cNvSpPr/>
            <p:nvPr/>
          </p:nvSpPr>
          <p:spPr>
            <a:xfrm>
              <a:off x="2509312" y="3464395"/>
              <a:ext cx="878700" cy="762300"/>
            </a:xfrm>
            <a:prstGeom prst="hexagon">
              <a:avLst>
                <a:gd name="adj" fmla="val 25000"/>
                <a:gd name="vf" fmla="val 115470"/>
              </a:avLst>
            </a:prstGeom>
            <a:noFill/>
            <a:ln w="9525" cap="flat" cmpd="sng">
              <a:solidFill>
                <a:srgbClr val="FFFFFF">
                  <a:alpha val="6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134" name="Google Shape;134;p4"/>
            <p:cNvSpPr/>
            <p:nvPr/>
          </p:nvSpPr>
          <p:spPr>
            <a:xfrm>
              <a:off x="3595793" y="4060750"/>
              <a:ext cx="440100" cy="406200"/>
            </a:xfrm>
            <a:prstGeom prst="hexagon">
              <a:avLst>
                <a:gd name="adj" fmla="val 25000"/>
                <a:gd name="vf" fmla="val 115470"/>
              </a:avLst>
            </a:prstGeom>
            <a:noFill/>
            <a:ln w="9525" cap="flat" cmpd="sng">
              <a:solidFill>
                <a:srgbClr val="FFFFFF">
                  <a:alpha val="6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135" name="Google Shape;135;p4"/>
            <p:cNvSpPr/>
            <p:nvPr/>
          </p:nvSpPr>
          <p:spPr>
            <a:xfrm>
              <a:off x="1487983" y="3869492"/>
              <a:ext cx="409200" cy="364800"/>
            </a:xfrm>
            <a:prstGeom prst="hexagon">
              <a:avLst>
                <a:gd name="adj" fmla="val 25000"/>
                <a:gd name="vf" fmla="val 115470"/>
              </a:avLst>
            </a:prstGeom>
            <a:solidFill>
              <a:schemeClr val="accent1"/>
            </a:solidFill>
            <a:ln w="9525" cap="flat" cmpd="sng">
              <a:solidFill>
                <a:srgbClr val="FFFFFF">
                  <a:alpha val="6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136" name="Google Shape;136;p4"/>
            <p:cNvSpPr/>
            <p:nvPr/>
          </p:nvSpPr>
          <p:spPr>
            <a:xfrm>
              <a:off x="2085257" y="3981317"/>
              <a:ext cx="323400" cy="279900"/>
            </a:xfrm>
            <a:prstGeom prst="hexagon">
              <a:avLst>
                <a:gd name="adj" fmla="val 25000"/>
                <a:gd name="vf" fmla="val 115470"/>
              </a:avLst>
            </a:prstGeom>
            <a:noFill/>
            <a:ln w="9525" cap="flat" cmpd="sng">
              <a:solidFill>
                <a:srgbClr val="FFFFFF">
                  <a:alpha val="6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137" name="Google Shape;137;p4"/>
            <p:cNvSpPr/>
            <p:nvPr/>
          </p:nvSpPr>
          <p:spPr>
            <a:xfrm>
              <a:off x="1599400" y="4345322"/>
              <a:ext cx="281400" cy="254400"/>
            </a:xfrm>
            <a:prstGeom prst="hexagon">
              <a:avLst>
                <a:gd name="adj" fmla="val 25000"/>
                <a:gd name="vf" fmla="val 115470"/>
              </a:avLst>
            </a:prstGeom>
            <a:noFill/>
            <a:ln w="9525" cap="flat" cmpd="sng">
              <a:solidFill>
                <a:srgbClr val="FFFFFF">
                  <a:alpha val="6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138" name="Google Shape;138;p4"/>
            <p:cNvSpPr/>
            <p:nvPr/>
          </p:nvSpPr>
          <p:spPr>
            <a:xfrm>
              <a:off x="3908128" y="3858168"/>
              <a:ext cx="204600" cy="186300"/>
            </a:xfrm>
            <a:prstGeom prst="hexagon">
              <a:avLst>
                <a:gd name="adj" fmla="val 25000"/>
                <a:gd name="vf" fmla="val 115470"/>
              </a:avLst>
            </a:prstGeom>
            <a:solidFill>
              <a:schemeClr val="accent1"/>
            </a:solidFill>
            <a:ln w="9525" cap="flat" cmpd="sng">
              <a:solidFill>
                <a:srgbClr val="FFFFFF">
                  <a:alpha val="6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139" name="Google Shape;139;p4"/>
            <p:cNvSpPr/>
            <p:nvPr/>
          </p:nvSpPr>
          <p:spPr>
            <a:xfrm>
              <a:off x="2810523" y="4135763"/>
              <a:ext cx="204600" cy="186300"/>
            </a:xfrm>
            <a:prstGeom prst="hexagon">
              <a:avLst>
                <a:gd name="adj" fmla="val 25000"/>
                <a:gd name="vf" fmla="val 115470"/>
              </a:avLst>
            </a:prstGeom>
            <a:noFill/>
            <a:ln w="9525" cap="flat" cmpd="sng">
              <a:solidFill>
                <a:srgbClr val="FFFFFF">
                  <a:alpha val="6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140" name="Google Shape;140;p4"/>
            <p:cNvSpPr/>
            <p:nvPr/>
          </p:nvSpPr>
          <p:spPr>
            <a:xfrm>
              <a:off x="3573874" y="4334251"/>
              <a:ext cx="241200" cy="219300"/>
            </a:xfrm>
            <a:prstGeom prst="hexagon">
              <a:avLst>
                <a:gd name="adj" fmla="val 25000"/>
                <a:gd name="vf" fmla="val 115470"/>
              </a:avLst>
            </a:prstGeom>
            <a:solidFill>
              <a:schemeClr val="accent1"/>
            </a:solidFill>
            <a:ln w="9525" cap="flat" cmpd="sng">
              <a:solidFill>
                <a:srgbClr val="FFFFFF">
                  <a:alpha val="6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141" name="Google Shape;141;p4"/>
            <p:cNvSpPr/>
            <p:nvPr/>
          </p:nvSpPr>
          <p:spPr>
            <a:xfrm>
              <a:off x="2270649" y="3731992"/>
              <a:ext cx="241200" cy="219300"/>
            </a:xfrm>
            <a:prstGeom prst="hexagon">
              <a:avLst>
                <a:gd name="adj" fmla="val 25000"/>
                <a:gd name="vf" fmla="val 115470"/>
              </a:avLst>
            </a:prstGeom>
            <a:solidFill>
              <a:schemeClr val="accent1"/>
            </a:solidFill>
            <a:ln w="9525" cap="flat" cmpd="sng">
              <a:solidFill>
                <a:srgbClr val="FFFFFF">
                  <a:alpha val="6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142" name="Google Shape;142;p4"/>
            <p:cNvSpPr/>
            <p:nvPr/>
          </p:nvSpPr>
          <p:spPr>
            <a:xfrm>
              <a:off x="3274324" y="3797177"/>
              <a:ext cx="241200" cy="219300"/>
            </a:xfrm>
            <a:prstGeom prst="hexagon">
              <a:avLst>
                <a:gd name="adj" fmla="val 25000"/>
                <a:gd name="vf" fmla="val 115470"/>
              </a:avLst>
            </a:prstGeom>
            <a:solidFill>
              <a:schemeClr val="accent1"/>
            </a:solidFill>
            <a:ln w="9525" cap="flat" cmpd="sng">
              <a:solidFill>
                <a:srgbClr val="FFFFFF">
                  <a:alpha val="6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143" name="Google Shape;143;p4"/>
            <p:cNvSpPr/>
            <p:nvPr/>
          </p:nvSpPr>
          <p:spPr>
            <a:xfrm>
              <a:off x="2125898" y="3813743"/>
              <a:ext cx="78600" cy="63600"/>
            </a:xfrm>
            <a:prstGeom prst="hexagon">
              <a:avLst>
                <a:gd name="adj" fmla="val 25000"/>
                <a:gd name="vf" fmla="val 115470"/>
              </a:avLst>
            </a:prstGeom>
            <a:noFill/>
            <a:ln w="9525" cap="flat" cmpd="sng">
              <a:solidFill>
                <a:srgbClr val="FFFFFF">
                  <a:alpha val="6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144" name="Google Shape;144;p4"/>
            <p:cNvSpPr/>
            <p:nvPr/>
          </p:nvSpPr>
          <p:spPr>
            <a:xfrm>
              <a:off x="1988452" y="4323654"/>
              <a:ext cx="73200" cy="70800"/>
            </a:xfrm>
            <a:prstGeom prst="hexagon">
              <a:avLst>
                <a:gd name="adj" fmla="val 25000"/>
                <a:gd name="vf" fmla="val 115470"/>
              </a:avLst>
            </a:prstGeom>
            <a:solidFill>
              <a:schemeClr val="accent1"/>
            </a:solidFill>
            <a:ln w="9525" cap="flat" cmpd="sng">
              <a:solidFill>
                <a:srgbClr val="FFFFFF">
                  <a:alpha val="6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145" name="Google Shape;145;p4"/>
            <p:cNvSpPr/>
            <p:nvPr/>
          </p:nvSpPr>
          <p:spPr>
            <a:xfrm>
              <a:off x="2810518" y="4481269"/>
              <a:ext cx="120600" cy="101100"/>
            </a:xfrm>
            <a:prstGeom prst="hexagon">
              <a:avLst>
                <a:gd name="adj" fmla="val 25000"/>
                <a:gd name="vf" fmla="val 115470"/>
              </a:avLst>
            </a:prstGeom>
            <a:solidFill>
              <a:schemeClr val="accent1"/>
            </a:solidFill>
            <a:ln w="9525" cap="flat" cmpd="sng">
              <a:solidFill>
                <a:srgbClr val="FFFFFF">
                  <a:alpha val="6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146" name="Google Shape;146;p4"/>
            <p:cNvSpPr/>
            <p:nvPr/>
          </p:nvSpPr>
          <p:spPr>
            <a:xfrm>
              <a:off x="3722735" y="3825672"/>
              <a:ext cx="78600" cy="63600"/>
            </a:xfrm>
            <a:prstGeom prst="hexagon">
              <a:avLst>
                <a:gd name="adj" fmla="val 25000"/>
                <a:gd name="vf" fmla="val 115470"/>
              </a:avLst>
            </a:prstGeom>
            <a:noFill/>
            <a:ln w="9525" cap="flat" cmpd="sng">
              <a:solidFill>
                <a:srgbClr val="FFFFFF">
                  <a:alpha val="6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147" name="Google Shape;147;p4"/>
            <p:cNvSpPr/>
            <p:nvPr/>
          </p:nvSpPr>
          <p:spPr>
            <a:xfrm>
              <a:off x="1902604" y="3907300"/>
              <a:ext cx="398943" cy="150209"/>
            </a:xfrm>
            <a:custGeom>
              <a:avLst/>
              <a:gdLst/>
              <a:ahLst/>
              <a:cxnLst/>
              <a:rect l="l" t="t" r="r" b="b"/>
              <a:pathLst>
                <a:path w="1042988" h="395287" extrusionOk="0">
                  <a:moveTo>
                    <a:pt x="0" y="395287"/>
                  </a:moveTo>
                  <a:lnTo>
                    <a:pt x="280988" y="390525"/>
                  </a:lnTo>
                  <a:lnTo>
                    <a:pt x="476250" y="0"/>
                  </a:lnTo>
                  <a:lnTo>
                    <a:pt x="1042988" y="9525"/>
                  </a:lnTo>
                </a:path>
              </a:pathLst>
            </a:custGeom>
            <a:noFill/>
            <a:ln w="9525" cap="flat" cmpd="sng">
              <a:solidFill>
                <a:srgbClr val="FFFFFF">
                  <a:alpha val="6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148" name="Google Shape;148;p4"/>
            <p:cNvSpPr/>
            <p:nvPr/>
          </p:nvSpPr>
          <p:spPr>
            <a:xfrm>
              <a:off x="1871551" y="4185315"/>
              <a:ext cx="1760220" cy="285940"/>
            </a:xfrm>
            <a:custGeom>
              <a:avLst/>
              <a:gdLst/>
              <a:ahLst/>
              <a:cxnLst/>
              <a:rect l="l" t="t" r="r" b="b"/>
              <a:pathLst>
                <a:path w="4572000" h="752475" extrusionOk="0">
                  <a:moveTo>
                    <a:pt x="0" y="752475"/>
                  </a:moveTo>
                  <a:lnTo>
                    <a:pt x="581025" y="733425"/>
                  </a:lnTo>
                  <a:lnTo>
                    <a:pt x="842963" y="304800"/>
                  </a:lnTo>
                  <a:lnTo>
                    <a:pt x="1671638" y="300037"/>
                  </a:lnTo>
                  <a:lnTo>
                    <a:pt x="1847850" y="600075"/>
                  </a:lnTo>
                  <a:lnTo>
                    <a:pt x="2719388" y="585787"/>
                  </a:lnTo>
                  <a:lnTo>
                    <a:pt x="2833688" y="704850"/>
                  </a:lnTo>
                  <a:lnTo>
                    <a:pt x="4000500" y="685800"/>
                  </a:lnTo>
                  <a:lnTo>
                    <a:pt x="4348163" y="0"/>
                  </a:lnTo>
                  <a:lnTo>
                    <a:pt x="4572000" y="19050"/>
                  </a:lnTo>
                </a:path>
              </a:pathLst>
            </a:custGeom>
            <a:noFill/>
            <a:ln w="9525" cap="flat" cmpd="sng">
              <a:solidFill>
                <a:srgbClr val="FFFFFF">
                  <a:alpha val="6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149" name="Google Shape;149;p4"/>
            <p:cNvSpPr/>
            <p:nvPr/>
          </p:nvSpPr>
          <p:spPr>
            <a:xfrm>
              <a:off x="3241446" y="3947017"/>
              <a:ext cx="672465" cy="190024"/>
            </a:xfrm>
            <a:custGeom>
              <a:avLst/>
              <a:gdLst/>
              <a:ahLst/>
              <a:cxnLst/>
              <a:rect l="l" t="t" r="r" b="b"/>
              <a:pathLst>
                <a:path w="1681163" h="500062" extrusionOk="0">
                  <a:moveTo>
                    <a:pt x="0" y="500062"/>
                  </a:moveTo>
                  <a:lnTo>
                    <a:pt x="890588" y="495300"/>
                  </a:lnTo>
                  <a:lnTo>
                    <a:pt x="1166813" y="0"/>
                  </a:lnTo>
                  <a:lnTo>
                    <a:pt x="1681163" y="23812"/>
                  </a:lnTo>
                </a:path>
              </a:pathLst>
            </a:custGeom>
            <a:noFill/>
            <a:ln w="9525" cap="flat" cmpd="sng">
              <a:solidFill>
                <a:srgbClr val="FFFFFF">
                  <a:alpha val="6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150" name="Google Shape;150;p4"/>
            <p:cNvSpPr/>
            <p:nvPr/>
          </p:nvSpPr>
          <p:spPr>
            <a:xfrm>
              <a:off x="3334600" y="4101368"/>
              <a:ext cx="78600" cy="63600"/>
            </a:xfrm>
            <a:prstGeom prst="hexagon">
              <a:avLst>
                <a:gd name="adj" fmla="val 25000"/>
                <a:gd name="vf" fmla="val 115470"/>
              </a:avLst>
            </a:prstGeom>
            <a:noFill/>
            <a:ln w="9525" cap="flat" cmpd="sng">
              <a:solidFill>
                <a:srgbClr val="FFFFFF">
                  <a:alpha val="6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1"/>
        <p:cNvGrpSpPr/>
        <p:nvPr/>
      </p:nvGrpSpPr>
      <p:grpSpPr>
        <a:xfrm>
          <a:off x="0" y="0"/>
          <a:ext cx="0" cy="0"/>
          <a:chOff x="0" y="0"/>
          <a:chExt cx="0" cy="0"/>
        </a:xfrm>
      </p:grpSpPr>
      <p:sp>
        <p:nvSpPr>
          <p:cNvPr id="152" name="Google Shape;152;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ig Idea">
  <p:cSld name="BIG_NUMBER_1">
    <p:spTree>
      <p:nvGrpSpPr>
        <p:cNvPr id="1" name="Shape 157"/>
        <p:cNvGrpSpPr/>
        <p:nvPr/>
      </p:nvGrpSpPr>
      <p:grpSpPr>
        <a:xfrm>
          <a:off x="0" y="0"/>
          <a:ext cx="0" cy="0"/>
          <a:chOff x="0" y="0"/>
          <a:chExt cx="0" cy="0"/>
        </a:xfrm>
      </p:grpSpPr>
      <p:sp>
        <p:nvSpPr>
          <p:cNvPr id="158" name="Google Shape;158;p7"/>
          <p:cNvSpPr txBox="1">
            <a:spLocks noGrp="1"/>
          </p:cNvSpPr>
          <p:nvPr>
            <p:ph type="body" idx="1"/>
          </p:nvPr>
        </p:nvSpPr>
        <p:spPr>
          <a:xfrm>
            <a:off x="311700" y="4348900"/>
            <a:ext cx="8520600" cy="485100"/>
          </a:xfrm>
          <a:prstGeom prst="rect">
            <a:avLst/>
          </a:prstGeom>
        </p:spPr>
        <p:txBody>
          <a:bodyPr spcFirstLastPara="1" wrap="square" lIns="91425" tIns="91425" rIns="91425" bIns="91425" anchor="t" anchorCtr="0">
            <a:noAutofit/>
          </a:bodyPr>
          <a:lstStyle>
            <a:lvl1pPr marL="457200" lvl="0" indent="-342900" algn="ctr" rtl="0">
              <a:spcBef>
                <a:spcPts val="0"/>
              </a:spcBef>
              <a:spcAft>
                <a:spcPts val="0"/>
              </a:spcAft>
              <a:buSzPts val="1800"/>
              <a:buChar char="●"/>
              <a:defRPr/>
            </a:lvl1pPr>
            <a:lvl2pPr marL="914400" lvl="1" indent="-342900" algn="ctr" rtl="0">
              <a:spcBef>
                <a:spcPts val="1600"/>
              </a:spcBef>
              <a:spcAft>
                <a:spcPts val="0"/>
              </a:spcAft>
              <a:buSzPts val="1800"/>
              <a:buChar char="○"/>
              <a:defRPr/>
            </a:lvl2pPr>
            <a:lvl3pPr marL="1371600" lvl="2" indent="-342900" algn="ctr" rtl="0">
              <a:spcBef>
                <a:spcPts val="1600"/>
              </a:spcBef>
              <a:spcAft>
                <a:spcPts val="0"/>
              </a:spcAft>
              <a:buSzPts val="1800"/>
              <a:buChar char="■"/>
              <a:defRPr/>
            </a:lvl3pPr>
            <a:lvl4pPr marL="1828800" lvl="3" indent="-342900" algn="ctr" rtl="0">
              <a:spcBef>
                <a:spcPts val="1600"/>
              </a:spcBef>
              <a:spcAft>
                <a:spcPts val="0"/>
              </a:spcAft>
              <a:buSzPts val="1800"/>
              <a:buChar char="●"/>
              <a:defRPr/>
            </a:lvl4pPr>
            <a:lvl5pPr marL="2286000" lvl="4" indent="-342900" algn="ctr" rtl="0">
              <a:spcBef>
                <a:spcPts val="1600"/>
              </a:spcBef>
              <a:spcAft>
                <a:spcPts val="0"/>
              </a:spcAft>
              <a:buSzPts val="1800"/>
              <a:buChar char="○"/>
              <a:defRPr/>
            </a:lvl5pPr>
            <a:lvl6pPr marL="2743200" lvl="5" indent="-342900" algn="ctr" rtl="0">
              <a:spcBef>
                <a:spcPts val="1600"/>
              </a:spcBef>
              <a:spcAft>
                <a:spcPts val="0"/>
              </a:spcAft>
              <a:buSzPts val="1800"/>
              <a:buChar char="■"/>
              <a:defRPr/>
            </a:lvl6pPr>
            <a:lvl7pPr marL="3200400" lvl="6" indent="-342900" algn="ctr" rtl="0">
              <a:spcBef>
                <a:spcPts val="1600"/>
              </a:spcBef>
              <a:spcAft>
                <a:spcPts val="0"/>
              </a:spcAft>
              <a:buSzPts val="1800"/>
              <a:buChar char="●"/>
              <a:defRPr/>
            </a:lvl7pPr>
            <a:lvl8pPr marL="3657600" lvl="7" indent="-342900" algn="ctr" rtl="0">
              <a:spcBef>
                <a:spcPts val="1600"/>
              </a:spcBef>
              <a:spcAft>
                <a:spcPts val="0"/>
              </a:spcAft>
              <a:buSzPts val="1800"/>
              <a:buChar char="○"/>
              <a:defRPr/>
            </a:lvl8pPr>
            <a:lvl9pPr marL="4114800" lvl="8" indent="-342900" algn="ctr" rtl="0">
              <a:spcBef>
                <a:spcPts val="1600"/>
              </a:spcBef>
              <a:spcAft>
                <a:spcPts val="1600"/>
              </a:spcAft>
              <a:buSzPts val="1800"/>
              <a:buChar char="■"/>
              <a:defRPr/>
            </a:lvl9pPr>
          </a:lstStyle>
          <a:p>
            <a:endParaRPr/>
          </a:p>
        </p:txBody>
      </p:sp>
      <p:sp>
        <p:nvSpPr>
          <p:cNvPr id="159" name="Google Shape;159;p7"/>
          <p:cNvSpPr txBox="1">
            <a:spLocks noGrp="1"/>
          </p:cNvSpPr>
          <p:nvPr>
            <p:ph type="title"/>
          </p:nvPr>
        </p:nvSpPr>
        <p:spPr>
          <a:xfrm>
            <a:off x="311700" y="614025"/>
            <a:ext cx="8520600" cy="3401100"/>
          </a:xfrm>
          <a:prstGeom prst="rect">
            <a:avLst/>
          </a:prstGeom>
        </p:spPr>
        <p:txBody>
          <a:bodyPr spcFirstLastPara="1" wrap="square" lIns="91425" tIns="91425" rIns="91425" bIns="91425" anchor="ctr" anchorCtr="0">
            <a:noAutofit/>
          </a:bodyPr>
          <a:lstStyle>
            <a:lvl1pPr lvl="0" algn="ctr">
              <a:spcBef>
                <a:spcPts val="0"/>
              </a:spcBef>
              <a:spcAft>
                <a:spcPts val="0"/>
              </a:spcAft>
              <a:buNone/>
              <a:defRPr sz="9600"/>
            </a:lvl1pPr>
            <a:lvl2pPr lvl="1" algn="ctr">
              <a:spcBef>
                <a:spcPts val="0"/>
              </a:spcBef>
              <a:spcAft>
                <a:spcPts val="0"/>
              </a:spcAft>
              <a:buNone/>
              <a:defRPr sz="9600"/>
            </a:lvl2pPr>
            <a:lvl3pPr lvl="2" algn="ctr">
              <a:spcBef>
                <a:spcPts val="0"/>
              </a:spcBef>
              <a:spcAft>
                <a:spcPts val="0"/>
              </a:spcAft>
              <a:buNone/>
              <a:defRPr sz="9600"/>
            </a:lvl3pPr>
            <a:lvl4pPr lvl="3" algn="ctr">
              <a:spcBef>
                <a:spcPts val="0"/>
              </a:spcBef>
              <a:spcAft>
                <a:spcPts val="0"/>
              </a:spcAft>
              <a:buNone/>
              <a:defRPr sz="9600"/>
            </a:lvl4pPr>
            <a:lvl5pPr lvl="4" algn="ctr">
              <a:spcBef>
                <a:spcPts val="0"/>
              </a:spcBef>
              <a:spcAft>
                <a:spcPts val="0"/>
              </a:spcAft>
              <a:buNone/>
              <a:defRPr sz="9600"/>
            </a:lvl5pPr>
            <a:lvl6pPr lvl="5" algn="ctr">
              <a:spcBef>
                <a:spcPts val="0"/>
              </a:spcBef>
              <a:spcAft>
                <a:spcPts val="0"/>
              </a:spcAft>
              <a:buNone/>
              <a:defRPr sz="9600"/>
            </a:lvl6pPr>
            <a:lvl7pPr lvl="6" algn="ctr">
              <a:spcBef>
                <a:spcPts val="0"/>
              </a:spcBef>
              <a:spcAft>
                <a:spcPts val="0"/>
              </a:spcAft>
              <a:buNone/>
              <a:defRPr sz="9600"/>
            </a:lvl7pPr>
            <a:lvl8pPr lvl="7" algn="ctr">
              <a:spcBef>
                <a:spcPts val="0"/>
              </a:spcBef>
              <a:spcAft>
                <a:spcPts val="0"/>
              </a:spcAft>
              <a:buNone/>
              <a:defRPr sz="9600"/>
            </a:lvl8pPr>
            <a:lvl9pPr lvl="8" algn="ctr">
              <a:spcBef>
                <a:spcPts val="0"/>
              </a:spcBef>
              <a:spcAft>
                <a:spcPts val="0"/>
              </a:spcAft>
              <a:buNone/>
              <a:defRPr sz="96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Subtitle">
  <p:cSld name="BLANK_2">
    <p:spTree>
      <p:nvGrpSpPr>
        <p:cNvPr id="1" name="Shape 170"/>
        <p:cNvGrpSpPr/>
        <p:nvPr/>
      </p:nvGrpSpPr>
      <p:grpSpPr>
        <a:xfrm>
          <a:off x="0" y="0"/>
          <a:ext cx="0" cy="0"/>
          <a:chOff x="0" y="0"/>
          <a:chExt cx="0" cy="0"/>
        </a:xfrm>
      </p:grpSpPr>
      <p:sp>
        <p:nvSpPr>
          <p:cNvPr id="171" name="Google Shape;171;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172" name="Google Shape;172;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 Subtitle and text">
  <p:cSld name="Title - Subtitle and text">
    <p:spTree>
      <p:nvGrpSpPr>
        <p:cNvPr id="1" name="Shape 153"/>
        <p:cNvGrpSpPr/>
        <p:nvPr/>
      </p:nvGrpSpPr>
      <p:grpSpPr>
        <a:xfrm>
          <a:off x="0" y="0"/>
          <a:ext cx="0" cy="0"/>
          <a:chOff x="0" y="0"/>
          <a:chExt cx="0" cy="0"/>
        </a:xfrm>
      </p:grpSpPr>
      <p:sp>
        <p:nvSpPr>
          <p:cNvPr id="154" name="Google Shape;154;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endParaRPr/>
          </a:p>
        </p:txBody>
      </p:sp>
      <p:sp>
        <p:nvSpPr>
          <p:cNvPr id="155" name="Google Shape;155;p6"/>
          <p:cNvSpPr txBox="1">
            <a:spLocks noGrp="1"/>
          </p:cNvSpPr>
          <p:nvPr>
            <p:ph type="body" idx="1"/>
          </p:nvPr>
        </p:nvSpPr>
        <p:spPr>
          <a:xfrm>
            <a:off x="494177" y="1949857"/>
            <a:ext cx="8016900" cy="24120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42900">
              <a:spcBef>
                <a:spcPts val="1600"/>
              </a:spcBef>
              <a:spcAft>
                <a:spcPts val="0"/>
              </a:spcAft>
              <a:buSzPts val="1800"/>
              <a:buChar char="○"/>
              <a:defRPr/>
            </a:lvl2pPr>
            <a:lvl3pPr marL="1371600" lvl="2" indent="-342900">
              <a:spcBef>
                <a:spcPts val="1600"/>
              </a:spcBef>
              <a:spcAft>
                <a:spcPts val="0"/>
              </a:spcAft>
              <a:buSzPts val="1800"/>
              <a:buChar char="■"/>
              <a:defRPr/>
            </a:lvl3pPr>
            <a:lvl4pPr marL="1828800" lvl="3" indent="-342900">
              <a:spcBef>
                <a:spcPts val="1600"/>
              </a:spcBef>
              <a:spcAft>
                <a:spcPts val="0"/>
              </a:spcAft>
              <a:buSzPts val="1800"/>
              <a:buChar char="●"/>
              <a:defRPr/>
            </a:lvl4pPr>
            <a:lvl5pPr marL="2286000" lvl="4" indent="-342900">
              <a:spcBef>
                <a:spcPts val="1600"/>
              </a:spcBef>
              <a:spcAft>
                <a:spcPts val="0"/>
              </a:spcAft>
              <a:buSzPts val="1800"/>
              <a:buChar char="○"/>
              <a:defRPr/>
            </a:lvl5pPr>
            <a:lvl6pPr marL="2743200" lvl="5" indent="-342900">
              <a:spcBef>
                <a:spcPts val="1600"/>
              </a:spcBef>
              <a:spcAft>
                <a:spcPts val="0"/>
              </a:spcAft>
              <a:buSzPts val="1800"/>
              <a:buChar char="■"/>
              <a:defRPr/>
            </a:lvl6pPr>
            <a:lvl7pPr marL="3200400" lvl="6" indent="-342900">
              <a:spcBef>
                <a:spcPts val="1600"/>
              </a:spcBef>
              <a:spcAft>
                <a:spcPts val="0"/>
              </a:spcAft>
              <a:buSzPts val="1800"/>
              <a:buChar char="●"/>
              <a:defRPr/>
            </a:lvl7pPr>
            <a:lvl8pPr marL="3657600" lvl="7" indent="-342900">
              <a:spcBef>
                <a:spcPts val="1600"/>
              </a:spcBef>
              <a:spcAft>
                <a:spcPts val="0"/>
              </a:spcAft>
              <a:buSzPts val="1800"/>
              <a:buChar char="○"/>
              <a:defRPr/>
            </a:lvl8pPr>
            <a:lvl9pPr marL="4114800" lvl="8" indent="-342900">
              <a:spcBef>
                <a:spcPts val="1600"/>
              </a:spcBef>
              <a:spcAft>
                <a:spcPts val="1600"/>
              </a:spcAft>
              <a:buSzPts val="1800"/>
              <a:buChar char="■"/>
              <a:defRPr/>
            </a:lvl9pPr>
          </a:lstStyle>
          <a:p>
            <a:endParaRPr/>
          </a:p>
        </p:txBody>
      </p:sp>
      <p:sp>
        <p:nvSpPr>
          <p:cNvPr id="156" name="Google Shape;156;p6"/>
          <p:cNvSpPr txBox="1">
            <a:spLocks noGrp="1"/>
          </p:cNvSpPr>
          <p:nvPr>
            <p:ph type="subTitle" idx="2"/>
          </p:nvPr>
        </p:nvSpPr>
        <p:spPr>
          <a:xfrm>
            <a:off x="270275" y="1371600"/>
            <a:ext cx="8464500" cy="466800"/>
          </a:xfrm>
          <a:prstGeom prst="rect">
            <a:avLst/>
          </a:prstGeom>
        </p:spPr>
        <p:txBody>
          <a:bodyPr spcFirstLastPara="1" wrap="square" lIns="91425" tIns="91425" rIns="91425" bIns="91425" anchor="ctr" anchorCtr="0">
            <a:noAutofit/>
          </a:bodyPr>
          <a:lstStyle>
            <a:lvl1pPr lvl="0" algn="ctr">
              <a:spcBef>
                <a:spcPts val="0"/>
              </a:spcBef>
              <a:spcAft>
                <a:spcPts val="0"/>
              </a:spcAft>
              <a:buNone/>
              <a:defRPr sz="2400" b="1"/>
            </a:lvl1pPr>
            <a:lvl2pPr lvl="1" algn="ctr">
              <a:spcBef>
                <a:spcPts val="1600"/>
              </a:spcBef>
              <a:spcAft>
                <a:spcPts val="0"/>
              </a:spcAft>
              <a:buNone/>
              <a:defRPr sz="2400" b="1"/>
            </a:lvl2pPr>
            <a:lvl3pPr lvl="2" algn="ctr">
              <a:spcBef>
                <a:spcPts val="1600"/>
              </a:spcBef>
              <a:spcAft>
                <a:spcPts val="0"/>
              </a:spcAft>
              <a:buNone/>
              <a:defRPr sz="2400" b="1"/>
            </a:lvl3pPr>
            <a:lvl4pPr lvl="3" algn="ctr">
              <a:spcBef>
                <a:spcPts val="1600"/>
              </a:spcBef>
              <a:spcAft>
                <a:spcPts val="0"/>
              </a:spcAft>
              <a:buNone/>
              <a:defRPr sz="2400" b="1"/>
            </a:lvl4pPr>
            <a:lvl5pPr lvl="4" algn="ctr">
              <a:spcBef>
                <a:spcPts val="1600"/>
              </a:spcBef>
              <a:spcAft>
                <a:spcPts val="0"/>
              </a:spcAft>
              <a:buNone/>
              <a:defRPr sz="2400" b="1"/>
            </a:lvl5pPr>
            <a:lvl6pPr lvl="5" algn="ctr">
              <a:spcBef>
                <a:spcPts val="1600"/>
              </a:spcBef>
              <a:spcAft>
                <a:spcPts val="0"/>
              </a:spcAft>
              <a:buNone/>
              <a:defRPr sz="2400" b="1"/>
            </a:lvl6pPr>
            <a:lvl7pPr lvl="6" algn="ctr">
              <a:spcBef>
                <a:spcPts val="1600"/>
              </a:spcBef>
              <a:spcAft>
                <a:spcPts val="0"/>
              </a:spcAft>
              <a:buNone/>
              <a:defRPr sz="2400" b="1"/>
            </a:lvl7pPr>
            <a:lvl8pPr lvl="7" algn="ctr">
              <a:spcBef>
                <a:spcPts val="1600"/>
              </a:spcBef>
              <a:spcAft>
                <a:spcPts val="0"/>
              </a:spcAft>
              <a:buNone/>
              <a:defRPr sz="2400" b="1"/>
            </a:lvl8pPr>
            <a:lvl9pPr lvl="8" algn="ctr">
              <a:spcBef>
                <a:spcPts val="1600"/>
              </a:spcBef>
              <a:spcAft>
                <a:spcPts val="1600"/>
              </a:spcAft>
              <a:buNone/>
              <a:defRPr sz="2400" b="1"/>
            </a:lvl9pPr>
          </a:lstStyle>
          <a:p>
            <a:endParaRPr/>
          </a:p>
        </p:txBody>
      </p:sp>
    </p:spTree>
    <p:extLst>
      <p:ext uri="{BB962C8B-B14F-4D97-AF65-F5344CB8AC3E}">
        <p14:creationId xmlns:p14="http://schemas.microsoft.com/office/powerpoint/2010/main" val="10117482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gradFill>
          <a:gsLst>
            <a:gs pos="0">
              <a:schemeClr val="dk2"/>
            </a:gs>
            <a:gs pos="100000">
              <a:schemeClr val="lt2"/>
            </a:gs>
          </a:gsLst>
          <a:path path="circle">
            <a:fillToRect l="50000" t="50000" r="50000" b="50000"/>
          </a:path>
          <a:tileRect/>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rgbClr val="FFFFFF"/>
              </a:buClr>
              <a:buSzPts val="1800"/>
              <a:buFont typeface="Roboto Mono"/>
              <a:buChar char="●"/>
              <a:defRPr sz="1800">
                <a:solidFill>
                  <a:srgbClr val="FFFFFF"/>
                </a:solidFill>
                <a:latin typeface="Roboto Mono"/>
                <a:ea typeface="Roboto Mono"/>
                <a:cs typeface="Roboto Mono"/>
                <a:sym typeface="Roboto Mono"/>
              </a:defRPr>
            </a:lvl1pPr>
            <a:lvl2pPr marL="914400" lvl="1" indent="-342900">
              <a:lnSpc>
                <a:spcPct val="115000"/>
              </a:lnSpc>
              <a:spcBef>
                <a:spcPts val="1600"/>
              </a:spcBef>
              <a:spcAft>
                <a:spcPts val="0"/>
              </a:spcAft>
              <a:buClr>
                <a:srgbClr val="FFFFFF"/>
              </a:buClr>
              <a:buSzPts val="1800"/>
              <a:buFont typeface="Roboto Mono"/>
              <a:buChar char="○"/>
              <a:defRPr sz="1800">
                <a:solidFill>
                  <a:srgbClr val="FFFFFF"/>
                </a:solidFill>
                <a:latin typeface="Roboto Mono"/>
                <a:ea typeface="Roboto Mono"/>
                <a:cs typeface="Roboto Mono"/>
                <a:sym typeface="Roboto Mono"/>
              </a:defRPr>
            </a:lvl2pPr>
            <a:lvl3pPr marL="1371600" lvl="2" indent="-342900">
              <a:lnSpc>
                <a:spcPct val="115000"/>
              </a:lnSpc>
              <a:spcBef>
                <a:spcPts val="1600"/>
              </a:spcBef>
              <a:spcAft>
                <a:spcPts val="0"/>
              </a:spcAft>
              <a:buClr>
                <a:srgbClr val="FFFFFF"/>
              </a:buClr>
              <a:buSzPts val="1800"/>
              <a:buFont typeface="Roboto Mono"/>
              <a:buChar char="■"/>
              <a:defRPr sz="1800">
                <a:solidFill>
                  <a:srgbClr val="FFFFFF"/>
                </a:solidFill>
                <a:latin typeface="Roboto Mono"/>
                <a:ea typeface="Roboto Mono"/>
                <a:cs typeface="Roboto Mono"/>
                <a:sym typeface="Roboto Mono"/>
              </a:defRPr>
            </a:lvl3pPr>
            <a:lvl4pPr marL="1828800" lvl="3" indent="-342900">
              <a:lnSpc>
                <a:spcPct val="115000"/>
              </a:lnSpc>
              <a:spcBef>
                <a:spcPts val="1600"/>
              </a:spcBef>
              <a:spcAft>
                <a:spcPts val="0"/>
              </a:spcAft>
              <a:buClr>
                <a:srgbClr val="FFFFFF"/>
              </a:buClr>
              <a:buSzPts val="1800"/>
              <a:buFont typeface="Roboto Mono"/>
              <a:buChar char="●"/>
              <a:defRPr sz="1800">
                <a:solidFill>
                  <a:srgbClr val="FFFFFF"/>
                </a:solidFill>
                <a:latin typeface="Roboto Mono"/>
                <a:ea typeface="Roboto Mono"/>
                <a:cs typeface="Roboto Mono"/>
                <a:sym typeface="Roboto Mono"/>
              </a:defRPr>
            </a:lvl4pPr>
            <a:lvl5pPr marL="2286000" lvl="4" indent="-342900">
              <a:lnSpc>
                <a:spcPct val="115000"/>
              </a:lnSpc>
              <a:spcBef>
                <a:spcPts val="1600"/>
              </a:spcBef>
              <a:spcAft>
                <a:spcPts val="0"/>
              </a:spcAft>
              <a:buClr>
                <a:srgbClr val="FFFFFF"/>
              </a:buClr>
              <a:buSzPts val="1800"/>
              <a:buFont typeface="Roboto Mono"/>
              <a:buChar char="○"/>
              <a:defRPr sz="1800">
                <a:solidFill>
                  <a:srgbClr val="FFFFFF"/>
                </a:solidFill>
                <a:latin typeface="Roboto Mono"/>
                <a:ea typeface="Roboto Mono"/>
                <a:cs typeface="Roboto Mono"/>
                <a:sym typeface="Roboto Mono"/>
              </a:defRPr>
            </a:lvl5pPr>
            <a:lvl6pPr marL="2743200" lvl="5" indent="-342900">
              <a:lnSpc>
                <a:spcPct val="115000"/>
              </a:lnSpc>
              <a:spcBef>
                <a:spcPts val="1600"/>
              </a:spcBef>
              <a:spcAft>
                <a:spcPts val="0"/>
              </a:spcAft>
              <a:buClr>
                <a:srgbClr val="FFFFFF"/>
              </a:buClr>
              <a:buSzPts val="1800"/>
              <a:buFont typeface="Roboto Mono"/>
              <a:buChar char="■"/>
              <a:defRPr sz="1800">
                <a:solidFill>
                  <a:srgbClr val="FFFFFF"/>
                </a:solidFill>
                <a:latin typeface="Roboto Mono"/>
                <a:ea typeface="Roboto Mono"/>
                <a:cs typeface="Roboto Mono"/>
                <a:sym typeface="Roboto Mono"/>
              </a:defRPr>
            </a:lvl6pPr>
            <a:lvl7pPr marL="3200400" lvl="6" indent="-342900">
              <a:lnSpc>
                <a:spcPct val="115000"/>
              </a:lnSpc>
              <a:spcBef>
                <a:spcPts val="1600"/>
              </a:spcBef>
              <a:spcAft>
                <a:spcPts val="0"/>
              </a:spcAft>
              <a:buClr>
                <a:srgbClr val="FFFFFF"/>
              </a:buClr>
              <a:buSzPts val="1800"/>
              <a:buFont typeface="Roboto Mono"/>
              <a:buChar char="●"/>
              <a:defRPr sz="1800">
                <a:solidFill>
                  <a:srgbClr val="FFFFFF"/>
                </a:solidFill>
                <a:latin typeface="Roboto Mono"/>
                <a:ea typeface="Roboto Mono"/>
                <a:cs typeface="Roboto Mono"/>
                <a:sym typeface="Roboto Mono"/>
              </a:defRPr>
            </a:lvl7pPr>
            <a:lvl8pPr marL="3657600" lvl="7" indent="-342900">
              <a:lnSpc>
                <a:spcPct val="115000"/>
              </a:lnSpc>
              <a:spcBef>
                <a:spcPts val="1600"/>
              </a:spcBef>
              <a:spcAft>
                <a:spcPts val="0"/>
              </a:spcAft>
              <a:buClr>
                <a:srgbClr val="FFFFFF"/>
              </a:buClr>
              <a:buSzPts val="1800"/>
              <a:buFont typeface="Roboto Mono"/>
              <a:buChar char="○"/>
              <a:defRPr sz="1800">
                <a:solidFill>
                  <a:srgbClr val="FFFFFF"/>
                </a:solidFill>
                <a:latin typeface="Roboto Mono"/>
                <a:ea typeface="Roboto Mono"/>
                <a:cs typeface="Roboto Mono"/>
                <a:sym typeface="Roboto Mono"/>
              </a:defRPr>
            </a:lvl8pPr>
            <a:lvl9pPr marL="4114800" lvl="8" indent="-342900">
              <a:lnSpc>
                <a:spcPct val="115000"/>
              </a:lnSpc>
              <a:spcBef>
                <a:spcPts val="1600"/>
              </a:spcBef>
              <a:spcAft>
                <a:spcPts val="1600"/>
              </a:spcAft>
              <a:buClr>
                <a:srgbClr val="FFFFFF"/>
              </a:buClr>
              <a:buSzPts val="1800"/>
              <a:buFont typeface="Roboto Mono"/>
              <a:buChar char="■"/>
              <a:defRPr sz="1800">
                <a:solidFill>
                  <a:srgbClr val="FFFFFF"/>
                </a:solidFill>
                <a:latin typeface="Roboto Mono"/>
                <a:ea typeface="Roboto Mono"/>
                <a:cs typeface="Roboto Mono"/>
                <a:sym typeface="Roboto Mono"/>
              </a:defRPr>
            </a:lvl9pPr>
          </a:lstStyle>
          <a:p>
            <a:endParaRPr/>
          </a:p>
        </p:txBody>
      </p:sp>
      <p:sp>
        <p:nvSpPr>
          <p:cNvPr id="7" name="Google Shape;7;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rgbClr val="FFFFFF"/>
              </a:buClr>
              <a:buSzPts val="2800"/>
              <a:buFont typeface="Gugi"/>
              <a:buNone/>
              <a:defRPr sz="2800">
                <a:solidFill>
                  <a:srgbClr val="FFFFFF"/>
                </a:solidFill>
                <a:latin typeface="Gugi"/>
                <a:ea typeface="Gugi"/>
                <a:cs typeface="Gugi"/>
                <a:sym typeface="Gugi"/>
              </a:defRPr>
            </a:lvl1pPr>
            <a:lvl2pPr lvl="1">
              <a:spcBef>
                <a:spcPts val="0"/>
              </a:spcBef>
              <a:spcAft>
                <a:spcPts val="0"/>
              </a:spcAft>
              <a:buClr>
                <a:srgbClr val="FFFFFF"/>
              </a:buClr>
              <a:buSzPts val="2800"/>
              <a:buFont typeface="Gugi"/>
              <a:buNone/>
              <a:defRPr sz="2800">
                <a:solidFill>
                  <a:srgbClr val="FFFFFF"/>
                </a:solidFill>
                <a:latin typeface="Gugi"/>
                <a:ea typeface="Gugi"/>
                <a:cs typeface="Gugi"/>
                <a:sym typeface="Gugi"/>
              </a:defRPr>
            </a:lvl2pPr>
            <a:lvl3pPr lvl="2">
              <a:spcBef>
                <a:spcPts val="0"/>
              </a:spcBef>
              <a:spcAft>
                <a:spcPts val="0"/>
              </a:spcAft>
              <a:buClr>
                <a:srgbClr val="FFFFFF"/>
              </a:buClr>
              <a:buSzPts val="2800"/>
              <a:buFont typeface="Gugi"/>
              <a:buNone/>
              <a:defRPr sz="2800">
                <a:solidFill>
                  <a:srgbClr val="FFFFFF"/>
                </a:solidFill>
                <a:latin typeface="Gugi"/>
                <a:ea typeface="Gugi"/>
                <a:cs typeface="Gugi"/>
                <a:sym typeface="Gugi"/>
              </a:defRPr>
            </a:lvl3pPr>
            <a:lvl4pPr lvl="3">
              <a:spcBef>
                <a:spcPts val="0"/>
              </a:spcBef>
              <a:spcAft>
                <a:spcPts val="0"/>
              </a:spcAft>
              <a:buClr>
                <a:srgbClr val="FFFFFF"/>
              </a:buClr>
              <a:buSzPts val="2800"/>
              <a:buFont typeface="Gugi"/>
              <a:buNone/>
              <a:defRPr sz="2800">
                <a:solidFill>
                  <a:srgbClr val="FFFFFF"/>
                </a:solidFill>
                <a:latin typeface="Gugi"/>
                <a:ea typeface="Gugi"/>
                <a:cs typeface="Gugi"/>
                <a:sym typeface="Gugi"/>
              </a:defRPr>
            </a:lvl4pPr>
            <a:lvl5pPr lvl="4">
              <a:spcBef>
                <a:spcPts val="0"/>
              </a:spcBef>
              <a:spcAft>
                <a:spcPts val="0"/>
              </a:spcAft>
              <a:buClr>
                <a:srgbClr val="FFFFFF"/>
              </a:buClr>
              <a:buSzPts val="2800"/>
              <a:buFont typeface="Gugi"/>
              <a:buNone/>
              <a:defRPr sz="2800">
                <a:solidFill>
                  <a:srgbClr val="FFFFFF"/>
                </a:solidFill>
                <a:latin typeface="Gugi"/>
                <a:ea typeface="Gugi"/>
                <a:cs typeface="Gugi"/>
                <a:sym typeface="Gugi"/>
              </a:defRPr>
            </a:lvl5pPr>
            <a:lvl6pPr lvl="5">
              <a:spcBef>
                <a:spcPts val="0"/>
              </a:spcBef>
              <a:spcAft>
                <a:spcPts val="0"/>
              </a:spcAft>
              <a:buClr>
                <a:srgbClr val="FFFFFF"/>
              </a:buClr>
              <a:buSzPts val="2800"/>
              <a:buFont typeface="Gugi"/>
              <a:buNone/>
              <a:defRPr sz="2800">
                <a:solidFill>
                  <a:srgbClr val="FFFFFF"/>
                </a:solidFill>
                <a:latin typeface="Gugi"/>
                <a:ea typeface="Gugi"/>
                <a:cs typeface="Gugi"/>
                <a:sym typeface="Gugi"/>
              </a:defRPr>
            </a:lvl6pPr>
            <a:lvl7pPr lvl="6">
              <a:spcBef>
                <a:spcPts val="0"/>
              </a:spcBef>
              <a:spcAft>
                <a:spcPts val="0"/>
              </a:spcAft>
              <a:buClr>
                <a:srgbClr val="FFFFFF"/>
              </a:buClr>
              <a:buSzPts val="2800"/>
              <a:buFont typeface="Gugi"/>
              <a:buNone/>
              <a:defRPr sz="2800">
                <a:solidFill>
                  <a:srgbClr val="FFFFFF"/>
                </a:solidFill>
                <a:latin typeface="Gugi"/>
                <a:ea typeface="Gugi"/>
                <a:cs typeface="Gugi"/>
                <a:sym typeface="Gugi"/>
              </a:defRPr>
            </a:lvl7pPr>
            <a:lvl8pPr lvl="7">
              <a:spcBef>
                <a:spcPts val="0"/>
              </a:spcBef>
              <a:spcAft>
                <a:spcPts val="0"/>
              </a:spcAft>
              <a:buClr>
                <a:srgbClr val="FFFFFF"/>
              </a:buClr>
              <a:buSzPts val="2800"/>
              <a:buFont typeface="Gugi"/>
              <a:buNone/>
              <a:defRPr sz="2800">
                <a:solidFill>
                  <a:srgbClr val="FFFFFF"/>
                </a:solidFill>
                <a:latin typeface="Gugi"/>
                <a:ea typeface="Gugi"/>
                <a:cs typeface="Gugi"/>
                <a:sym typeface="Gugi"/>
              </a:defRPr>
            </a:lvl8pPr>
            <a:lvl9pPr lvl="8">
              <a:spcBef>
                <a:spcPts val="0"/>
              </a:spcBef>
              <a:spcAft>
                <a:spcPts val="0"/>
              </a:spcAft>
              <a:buClr>
                <a:srgbClr val="FFFFFF"/>
              </a:buClr>
              <a:buSzPts val="2800"/>
              <a:buFont typeface="Gugi"/>
              <a:buNone/>
              <a:defRPr sz="2800">
                <a:solidFill>
                  <a:srgbClr val="FFFFFF"/>
                </a:solidFill>
                <a:latin typeface="Gugi"/>
                <a:ea typeface="Gugi"/>
                <a:cs typeface="Gugi"/>
                <a:sym typeface="Gugi"/>
              </a:defRPr>
            </a:lvl9pPr>
          </a:lstStyle>
          <a:p>
            <a:endParaRPr/>
          </a:p>
        </p:txBody>
      </p:sp>
      <p:grpSp>
        <p:nvGrpSpPr>
          <p:cNvPr id="8" name="Google Shape;8;p1"/>
          <p:cNvGrpSpPr/>
          <p:nvPr/>
        </p:nvGrpSpPr>
        <p:grpSpPr>
          <a:xfrm>
            <a:off x="245644" y="-244961"/>
            <a:ext cx="8691144" cy="5369003"/>
            <a:chOff x="245644" y="-244961"/>
            <a:chExt cx="8691144" cy="5369003"/>
          </a:xfrm>
        </p:grpSpPr>
        <p:grpSp>
          <p:nvGrpSpPr>
            <p:cNvPr id="9" name="Google Shape;9;p1"/>
            <p:cNvGrpSpPr/>
            <p:nvPr/>
          </p:nvGrpSpPr>
          <p:grpSpPr>
            <a:xfrm rot="10800000">
              <a:off x="245644" y="-244961"/>
              <a:ext cx="8691144" cy="5369003"/>
              <a:chOff x="709612" y="361950"/>
              <a:chExt cx="10682331" cy="6453129"/>
            </a:xfrm>
          </p:grpSpPr>
          <p:sp>
            <p:nvSpPr>
              <p:cNvPr id="10" name="Google Shape;10;p1"/>
              <p:cNvSpPr/>
              <p:nvPr/>
            </p:nvSpPr>
            <p:spPr>
              <a:xfrm>
                <a:off x="4116291" y="1692369"/>
                <a:ext cx="4230000" cy="3720600"/>
              </a:xfrm>
              <a:prstGeom prst="hexagon">
                <a:avLst>
                  <a:gd name="adj" fmla="val 25000"/>
                  <a:gd name="vf" fmla="val 115470"/>
                </a:avLst>
              </a:prstGeom>
              <a:noFill/>
              <a:ln w="19050" cap="flat" cmpd="sng">
                <a:solidFill>
                  <a:srgbClr val="FFFFFF">
                    <a:alpha val="98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11" name="Google Shape;11;p1"/>
              <p:cNvSpPr/>
              <p:nvPr/>
            </p:nvSpPr>
            <p:spPr>
              <a:xfrm>
                <a:off x="1000888" y="4624606"/>
                <a:ext cx="2165700" cy="1932000"/>
              </a:xfrm>
              <a:prstGeom prst="hexagon">
                <a:avLst>
                  <a:gd name="adj" fmla="val 25000"/>
                  <a:gd name="vf" fmla="val 115470"/>
                </a:avLst>
              </a:prstGeom>
              <a:noFill/>
              <a:ln w="19050" cap="flat" cmpd="sng">
                <a:solidFill>
                  <a:srgbClr val="FFFFFF">
                    <a:alpha val="98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12" name="Google Shape;12;p1"/>
              <p:cNvSpPr/>
              <p:nvPr/>
            </p:nvSpPr>
            <p:spPr>
              <a:xfrm>
                <a:off x="8232170" y="1161111"/>
                <a:ext cx="2906400" cy="2591100"/>
              </a:xfrm>
              <a:prstGeom prst="hexagon">
                <a:avLst>
                  <a:gd name="adj" fmla="val 25000"/>
                  <a:gd name="vf" fmla="val 115470"/>
                </a:avLst>
              </a:prstGeom>
              <a:noFill/>
              <a:ln w="19050" cap="flat" cmpd="sng">
                <a:solidFill>
                  <a:srgbClr val="FFFFFF">
                    <a:alpha val="98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13" name="Google Shape;13;p1"/>
              <p:cNvSpPr/>
              <p:nvPr/>
            </p:nvSpPr>
            <p:spPr>
              <a:xfrm>
                <a:off x="8738742" y="4999388"/>
                <a:ext cx="1671600" cy="1453800"/>
              </a:xfrm>
              <a:prstGeom prst="hexagon">
                <a:avLst>
                  <a:gd name="adj" fmla="val 25000"/>
                  <a:gd name="vf" fmla="val 115470"/>
                </a:avLst>
              </a:prstGeom>
              <a:noFill/>
              <a:ln w="19050" cap="flat" cmpd="sng">
                <a:solidFill>
                  <a:srgbClr val="FFFFFF">
                    <a:alpha val="98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14" name="Google Shape;14;p1"/>
              <p:cNvSpPr/>
              <p:nvPr/>
            </p:nvSpPr>
            <p:spPr>
              <a:xfrm>
                <a:off x="2083681" y="2892859"/>
                <a:ext cx="1418400" cy="1305300"/>
              </a:xfrm>
              <a:prstGeom prst="hexagon">
                <a:avLst>
                  <a:gd name="adj" fmla="val 25000"/>
                  <a:gd name="vf" fmla="val 115470"/>
                </a:avLst>
              </a:prstGeom>
              <a:noFill/>
              <a:ln w="19050" cap="flat" cmpd="sng">
                <a:solidFill>
                  <a:srgbClr val="FFFFFF">
                    <a:alpha val="98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15" name="Google Shape;15;p1"/>
              <p:cNvSpPr/>
              <p:nvPr/>
            </p:nvSpPr>
            <p:spPr>
              <a:xfrm>
                <a:off x="3502076" y="4715070"/>
                <a:ext cx="1120800" cy="1001700"/>
              </a:xfrm>
              <a:prstGeom prst="hexagon">
                <a:avLst>
                  <a:gd name="adj" fmla="val 25000"/>
                  <a:gd name="vf" fmla="val 115470"/>
                </a:avLst>
              </a:prstGeom>
              <a:noFill/>
              <a:ln w="19050" cap="flat" cmpd="sng">
                <a:solidFill>
                  <a:srgbClr val="FFFFFF">
                    <a:alpha val="98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16" name="Google Shape;16;p1"/>
              <p:cNvSpPr/>
              <p:nvPr/>
            </p:nvSpPr>
            <p:spPr>
              <a:xfrm>
                <a:off x="2191328" y="1464815"/>
                <a:ext cx="975000" cy="911100"/>
              </a:xfrm>
              <a:prstGeom prst="hexagon">
                <a:avLst>
                  <a:gd name="adj" fmla="val 25000"/>
                  <a:gd name="vf" fmla="val 115470"/>
                </a:avLst>
              </a:prstGeom>
              <a:noFill/>
              <a:ln w="19050" cap="flat" cmpd="sng">
                <a:solidFill>
                  <a:srgbClr val="FFFFFF">
                    <a:alpha val="98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17" name="Google Shape;17;p1"/>
              <p:cNvSpPr/>
              <p:nvPr/>
            </p:nvSpPr>
            <p:spPr>
              <a:xfrm>
                <a:off x="6775783" y="527862"/>
                <a:ext cx="734400" cy="633300"/>
              </a:xfrm>
              <a:prstGeom prst="hexagon">
                <a:avLst>
                  <a:gd name="adj" fmla="val 25000"/>
                  <a:gd name="vf" fmla="val 115470"/>
                </a:avLst>
              </a:prstGeom>
              <a:noFill/>
              <a:ln w="19050" cap="flat" cmpd="sng">
                <a:solidFill>
                  <a:srgbClr val="FFFFFF">
                    <a:alpha val="98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18" name="Google Shape;18;p1"/>
              <p:cNvSpPr/>
              <p:nvPr/>
            </p:nvSpPr>
            <p:spPr>
              <a:xfrm>
                <a:off x="4850818" y="755418"/>
                <a:ext cx="734400" cy="633300"/>
              </a:xfrm>
              <a:prstGeom prst="hexagon">
                <a:avLst>
                  <a:gd name="adj" fmla="val 25000"/>
                  <a:gd name="vf" fmla="val 115470"/>
                </a:avLst>
              </a:prstGeom>
              <a:noFill/>
              <a:ln w="19050" cap="flat" cmpd="sng">
                <a:solidFill>
                  <a:srgbClr val="FFFFFF">
                    <a:alpha val="98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19" name="Google Shape;19;p1"/>
              <p:cNvSpPr/>
              <p:nvPr/>
            </p:nvSpPr>
            <p:spPr>
              <a:xfrm>
                <a:off x="10632043" y="671415"/>
                <a:ext cx="759900" cy="686400"/>
              </a:xfrm>
              <a:prstGeom prst="hexagon">
                <a:avLst>
                  <a:gd name="adj" fmla="val 25000"/>
                  <a:gd name="vf" fmla="val 115470"/>
                </a:avLst>
              </a:prstGeom>
              <a:noFill/>
              <a:ln w="19050" cap="flat" cmpd="sng">
                <a:solidFill>
                  <a:srgbClr val="FFFFFF">
                    <a:alpha val="98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20" name="Google Shape;20;p1"/>
              <p:cNvSpPr/>
              <p:nvPr/>
            </p:nvSpPr>
            <p:spPr>
              <a:xfrm>
                <a:off x="9821533" y="4274278"/>
                <a:ext cx="709200" cy="666900"/>
              </a:xfrm>
              <a:prstGeom prst="hexagon">
                <a:avLst>
                  <a:gd name="adj" fmla="val 25000"/>
                  <a:gd name="vf" fmla="val 115470"/>
                </a:avLst>
              </a:prstGeom>
              <a:noFill/>
              <a:ln w="19050" cap="flat" cmpd="sng">
                <a:solidFill>
                  <a:srgbClr val="FFFFFF">
                    <a:alpha val="98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21" name="Google Shape;21;p1"/>
              <p:cNvSpPr/>
              <p:nvPr/>
            </p:nvSpPr>
            <p:spPr>
              <a:xfrm>
                <a:off x="6509835" y="5590637"/>
                <a:ext cx="709200" cy="666900"/>
              </a:xfrm>
              <a:prstGeom prst="hexagon">
                <a:avLst>
                  <a:gd name="adj" fmla="val 25000"/>
                  <a:gd name="vf" fmla="val 115470"/>
                </a:avLst>
              </a:prstGeom>
              <a:noFill/>
              <a:ln w="19050" cap="flat" cmpd="sng">
                <a:solidFill>
                  <a:srgbClr val="FFFFFF">
                    <a:alpha val="98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22" name="Google Shape;22;p1"/>
              <p:cNvSpPr/>
              <p:nvPr/>
            </p:nvSpPr>
            <p:spPr>
              <a:xfrm>
                <a:off x="8662755" y="5978341"/>
                <a:ext cx="835800" cy="785100"/>
              </a:xfrm>
              <a:prstGeom prst="hexagon">
                <a:avLst>
                  <a:gd name="adj" fmla="val 25000"/>
                  <a:gd name="vf" fmla="val 115470"/>
                </a:avLst>
              </a:prstGeom>
              <a:noFill/>
              <a:ln w="19050" cap="flat" cmpd="sng">
                <a:solidFill>
                  <a:srgbClr val="FFFFFF">
                    <a:alpha val="98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23" name="Google Shape;23;p1"/>
              <p:cNvSpPr/>
              <p:nvPr/>
            </p:nvSpPr>
            <p:spPr>
              <a:xfrm>
                <a:off x="10000491" y="2064089"/>
                <a:ext cx="835800" cy="785100"/>
              </a:xfrm>
              <a:prstGeom prst="hexagon">
                <a:avLst>
                  <a:gd name="adj" fmla="val 25000"/>
                  <a:gd name="vf" fmla="val 115470"/>
                </a:avLst>
              </a:prstGeom>
              <a:noFill/>
              <a:ln w="19050" cap="flat" cmpd="sng">
                <a:solidFill>
                  <a:srgbClr val="FFFFFF">
                    <a:alpha val="98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24" name="Google Shape;24;p1"/>
              <p:cNvSpPr/>
              <p:nvPr/>
            </p:nvSpPr>
            <p:spPr>
              <a:xfrm>
                <a:off x="7624288" y="4055971"/>
                <a:ext cx="835800" cy="785100"/>
              </a:xfrm>
              <a:prstGeom prst="hexagon">
                <a:avLst>
                  <a:gd name="adj" fmla="val 25000"/>
                  <a:gd name="vf" fmla="val 115470"/>
                </a:avLst>
              </a:prstGeom>
              <a:noFill/>
              <a:ln w="19050" cap="flat" cmpd="sng">
                <a:solidFill>
                  <a:srgbClr val="FFFFFF">
                    <a:alpha val="98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25" name="Google Shape;25;p1"/>
              <p:cNvSpPr/>
              <p:nvPr/>
            </p:nvSpPr>
            <p:spPr>
              <a:xfrm>
                <a:off x="791932" y="3270869"/>
                <a:ext cx="804300" cy="707700"/>
              </a:xfrm>
              <a:prstGeom prst="hexagon">
                <a:avLst>
                  <a:gd name="adj" fmla="val 25000"/>
                  <a:gd name="vf" fmla="val 115470"/>
                </a:avLst>
              </a:prstGeom>
              <a:noFill/>
              <a:ln w="19050" cap="flat" cmpd="sng">
                <a:solidFill>
                  <a:srgbClr val="FFFFFF">
                    <a:alpha val="98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26" name="Google Shape;26;p1"/>
              <p:cNvSpPr/>
              <p:nvPr/>
            </p:nvSpPr>
            <p:spPr>
              <a:xfrm>
                <a:off x="1437804" y="2758779"/>
                <a:ext cx="563700" cy="474900"/>
              </a:xfrm>
              <a:prstGeom prst="hexagon">
                <a:avLst>
                  <a:gd name="adj" fmla="val 25000"/>
                  <a:gd name="vf" fmla="val 115470"/>
                </a:avLst>
              </a:prstGeom>
              <a:noFill/>
              <a:ln w="19050" cap="flat" cmpd="sng">
                <a:solidFill>
                  <a:srgbClr val="FFFFFF">
                    <a:alpha val="98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27" name="Google Shape;27;p1"/>
              <p:cNvSpPr/>
              <p:nvPr/>
            </p:nvSpPr>
            <p:spPr>
              <a:xfrm>
                <a:off x="709612" y="2387227"/>
                <a:ext cx="614100" cy="505500"/>
              </a:xfrm>
              <a:prstGeom prst="hexagon">
                <a:avLst>
                  <a:gd name="adj" fmla="val 25000"/>
                  <a:gd name="vf" fmla="val 115470"/>
                </a:avLst>
              </a:prstGeom>
              <a:noFill/>
              <a:ln w="19050" cap="flat" cmpd="sng">
                <a:solidFill>
                  <a:srgbClr val="FFFFFF">
                    <a:alpha val="98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28" name="Google Shape;28;p1"/>
              <p:cNvSpPr/>
              <p:nvPr/>
            </p:nvSpPr>
            <p:spPr>
              <a:xfrm>
                <a:off x="8859051" y="361950"/>
                <a:ext cx="456000" cy="393600"/>
              </a:xfrm>
              <a:prstGeom prst="hexagon">
                <a:avLst>
                  <a:gd name="adj" fmla="val 25000"/>
                  <a:gd name="vf" fmla="val 115470"/>
                </a:avLst>
              </a:prstGeom>
              <a:noFill/>
              <a:ln w="19050" cap="flat" cmpd="sng">
                <a:solidFill>
                  <a:srgbClr val="FFFFFF">
                    <a:alpha val="98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29" name="Google Shape;29;p1"/>
              <p:cNvSpPr/>
              <p:nvPr/>
            </p:nvSpPr>
            <p:spPr>
              <a:xfrm>
                <a:off x="4033976" y="1191933"/>
                <a:ext cx="506700" cy="393600"/>
              </a:xfrm>
              <a:prstGeom prst="hexagon">
                <a:avLst>
                  <a:gd name="adj" fmla="val 25000"/>
                  <a:gd name="vf" fmla="val 115470"/>
                </a:avLst>
              </a:prstGeom>
              <a:noFill/>
              <a:ln w="19050" cap="flat" cmpd="sng">
                <a:solidFill>
                  <a:srgbClr val="FFFFFF">
                    <a:alpha val="98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30" name="Google Shape;30;p1"/>
              <p:cNvSpPr/>
              <p:nvPr/>
            </p:nvSpPr>
            <p:spPr>
              <a:xfrm>
                <a:off x="3642968" y="4115267"/>
                <a:ext cx="272400" cy="227700"/>
              </a:xfrm>
              <a:prstGeom prst="hexagon">
                <a:avLst>
                  <a:gd name="adj" fmla="val 25000"/>
                  <a:gd name="vf" fmla="val 115470"/>
                </a:avLst>
              </a:prstGeom>
              <a:noFill/>
              <a:ln w="19050" cap="flat" cmpd="sng">
                <a:solidFill>
                  <a:srgbClr val="FFFFFF">
                    <a:alpha val="98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31" name="Google Shape;31;p1"/>
              <p:cNvSpPr/>
              <p:nvPr/>
            </p:nvSpPr>
            <p:spPr>
              <a:xfrm>
                <a:off x="3166475" y="5966112"/>
                <a:ext cx="272400" cy="227700"/>
              </a:xfrm>
              <a:prstGeom prst="hexagon">
                <a:avLst>
                  <a:gd name="adj" fmla="val 25000"/>
                  <a:gd name="vf" fmla="val 115470"/>
                </a:avLst>
              </a:prstGeom>
              <a:noFill/>
              <a:ln w="19050" cap="flat" cmpd="sng">
                <a:solidFill>
                  <a:srgbClr val="FFFFFF">
                    <a:alpha val="98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32" name="Google Shape;32;p1"/>
              <p:cNvSpPr/>
              <p:nvPr/>
            </p:nvSpPr>
            <p:spPr>
              <a:xfrm>
                <a:off x="6357863" y="6453279"/>
                <a:ext cx="417900" cy="361800"/>
              </a:xfrm>
              <a:prstGeom prst="hexagon">
                <a:avLst>
                  <a:gd name="adj" fmla="val 25000"/>
                  <a:gd name="vf" fmla="val 115470"/>
                </a:avLst>
              </a:prstGeom>
              <a:noFill/>
              <a:ln w="19050" cap="flat" cmpd="sng">
                <a:solidFill>
                  <a:srgbClr val="FFFFFF">
                    <a:alpha val="98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33" name="Google Shape;33;p1"/>
              <p:cNvSpPr/>
              <p:nvPr/>
            </p:nvSpPr>
            <p:spPr>
              <a:xfrm>
                <a:off x="2805544" y="2194992"/>
                <a:ext cx="417900" cy="361800"/>
              </a:xfrm>
              <a:prstGeom prst="hexagon">
                <a:avLst>
                  <a:gd name="adj" fmla="val 25000"/>
                  <a:gd name="vf" fmla="val 115470"/>
                </a:avLst>
              </a:prstGeom>
              <a:noFill/>
              <a:ln w="19050" cap="flat" cmpd="sng">
                <a:solidFill>
                  <a:srgbClr val="FFFFFF">
                    <a:alpha val="98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34" name="Google Shape;34;p1"/>
              <p:cNvSpPr/>
              <p:nvPr/>
            </p:nvSpPr>
            <p:spPr>
              <a:xfrm>
                <a:off x="1710881" y="3942192"/>
                <a:ext cx="372900" cy="332100"/>
              </a:xfrm>
              <a:prstGeom prst="hexagon">
                <a:avLst>
                  <a:gd name="adj" fmla="val 25000"/>
                  <a:gd name="vf" fmla="val 115470"/>
                </a:avLst>
              </a:prstGeom>
              <a:noFill/>
              <a:ln w="19050" cap="flat" cmpd="sng">
                <a:solidFill>
                  <a:srgbClr val="FFFFFF">
                    <a:alpha val="98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35" name="Google Shape;35;p1"/>
              <p:cNvSpPr/>
              <p:nvPr/>
            </p:nvSpPr>
            <p:spPr>
              <a:xfrm>
                <a:off x="4160618" y="1920367"/>
                <a:ext cx="272400" cy="227700"/>
              </a:xfrm>
              <a:prstGeom prst="hexagon">
                <a:avLst>
                  <a:gd name="adj" fmla="val 25000"/>
                  <a:gd name="vf" fmla="val 115470"/>
                </a:avLst>
              </a:prstGeom>
              <a:noFill/>
              <a:ln w="19050" cap="flat" cmpd="sng">
                <a:solidFill>
                  <a:srgbClr val="FFFFFF">
                    <a:alpha val="98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36" name="Google Shape;36;p1"/>
              <p:cNvSpPr/>
              <p:nvPr/>
            </p:nvSpPr>
            <p:spPr>
              <a:xfrm>
                <a:off x="7678112" y="1047333"/>
                <a:ext cx="272400" cy="227700"/>
              </a:xfrm>
              <a:prstGeom prst="hexagon">
                <a:avLst>
                  <a:gd name="adj" fmla="val 25000"/>
                  <a:gd name="vf" fmla="val 115470"/>
                </a:avLst>
              </a:prstGeom>
              <a:noFill/>
              <a:ln w="19050" cap="flat" cmpd="sng">
                <a:solidFill>
                  <a:srgbClr val="FFFFFF">
                    <a:alpha val="98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37" name="Google Shape;37;p1"/>
              <p:cNvSpPr/>
              <p:nvPr/>
            </p:nvSpPr>
            <p:spPr>
              <a:xfrm>
                <a:off x="9178821" y="4157963"/>
                <a:ext cx="272400" cy="227700"/>
              </a:xfrm>
              <a:prstGeom prst="hexagon">
                <a:avLst>
                  <a:gd name="adj" fmla="val 25000"/>
                  <a:gd name="vf" fmla="val 115470"/>
                </a:avLst>
              </a:prstGeom>
              <a:noFill/>
              <a:ln w="19050" cap="flat" cmpd="sng">
                <a:solidFill>
                  <a:srgbClr val="FFFFFF">
                    <a:alpha val="98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38" name="Google Shape;38;p1"/>
              <p:cNvSpPr/>
              <p:nvPr/>
            </p:nvSpPr>
            <p:spPr>
              <a:xfrm>
                <a:off x="959731" y="1553663"/>
                <a:ext cx="725100" cy="641400"/>
              </a:xfrm>
              <a:prstGeom prst="hexagon">
                <a:avLst>
                  <a:gd name="adj" fmla="val 25000"/>
                  <a:gd name="vf" fmla="val 115470"/>
                </a:avLst>
              </a:prstGeom>
              <a:noFill/>
              <a:ln w="19050" cap="flat" cmpd="sng">
                <a:solidFill>
                  <a:srgbClr val="FFFFFF">
                    <a:alpha val="98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39" name="Google Shape;39;p1"/>
              <p:cNvSpPr/>
              <p:nvPr/>
            </p:nvSpPr>
            <p:spPr>
              <a:xfrm>
                <a:off x="1317495" y="1167575"/>
                <a:ext cx="2716791" cy="1506366"/>
              </a:xfrm>
              <a:custGeom>
                <a:avLst/>
                <a:gdLst/>
                <a:ahLst/>
                <a:cxnLst/>
                <a:rect l="l" t="t" r="r" b="b"/>
                <a:pathLst>
                  <a:path w="2005012" h="1109662" extrusionOk="0">
                    <a:moveTo>
                      <a:pt x="0" y="1109662"/>
                    </a:moveTo>
                    <a:lnTo>
                      <a:pt x="80962" y="1085850"/>
                    </a:lnTo>
                    <a:lnTo>
                      <a:pt x="728662" y="19050"/>
                    </a:lnTo>
                    <a:lnTo>
                      <a:pt x="1409700" y="0"/>
                    </a:lnTo>
                    <a:lnTo>
                      <a:pt x="1533525" y="133350"/>
                    </a:lnTo>
                    <a:lnTo>
                      <a:pt x="2005012" y="138112"/>
                    </a:lnTo>
                  </a:path>
                </a:pathLst>
              </a:custGeom>
              <a:noFill/>
              <a:ln w="19050" cap="flat" cmpd="sng">
                <a:solidFill>
                  <a:srgbClr val="FFFFFF">
                    <a:alpha val="98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40" name="Google Shape;40;p1"/>
              <p:cNvSpPr/>
              <p:nvPr/>
            </p:nvSpPr>
            <p:spPr>
              <a:xfrm>
                <a:off x="2868857" y="4490907"/>
                <a:ext cx="1707893" cy="496085"/>
              </a:xfrm>
              <a:custGeom>
                <a:avLst/>
                <a:gdLst/>
                <a:ahLst/>
                <a:cxnLst/>
                <a:rect l="l" t="t" r="r" b="b"/>
                <a:pathLst>
                  <a:path w="1042988" h="395287" extrusionOk="0">
                    <a:moveTo>
                      <a:pt x="0" y="395287"/>
                    </a:moveTo>
                    <a:lnTo>
                      <a:pt x="280988" y="390525"/>
                    </a:lnTo>
                    <a:lnTo>
                      <a:pt x="476250" y="0"/>
                    </a:lnTo>
                    <a:lnTo>
                      <a:pt x="1042988" y="9525"/>
                    </a:lnTo>
                  </a:path>
                </a:pathLst>
              </a:custGeom>
              <a:noFill/>
              <a:ln w="19050" cap="flat" cmpd="sng">
                <a:solidFill>
                  <a:srgbClr val="FFFFFF">
                    <a:alpha val="98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41" name="Google Shape;41;p1"/>
              <p:cNvSpPr/>
              <p:nvPr/>
            </p:nvSpPr>
            <p:spPr>
              <a:xfrm>
                <a:off x="2780215" y="5456165"/>
                <a:ext cx="6080760" cy="1010564"/>
              </a:xfrm>
              <a:custGeom>
                <a:avLst/>
                <a:gdLst/>
                <a:ahLst/>
                <a:cxnLst/>
                <a:rect l="l" t="t" r="r" b="b"/>
                <a:pathLst>
                  <a:path w="4572000" h="744430" extrusionOk="0">
                    <a:moveTo>
                      <a:pt x="0" y="744430"/>
                    </a:moveTo>
                    <a:lnTo>
                      <a:pt x="581025" y="725380"/>
                    </a:lnTo>
                    <a:lnTo>
                      <a:pt x="842963" y="296755"/>
                    </a:lnTo>
                    <a:lnTo>
                      <a:pt x="1671638" y="291992"/>
                    </a:lnTo>
                    <a:lnTo>
                      <a:pt x="1847850" y="592030"/>
                    </a:lnTo>
                    <a:lnTo>
                      <a:pt x="2719388" y="577742"/>
                    </a:lnTo>
                    <a:lnTo>
                      <a:pt x="2833688" y="696805"/>
                    </a:lnTo>
                    <a:lnTo>
                      <a:pt x="4000500" y="677755"/>
                    </a:lnTo>
                    <a:lnTo>
                      <a:pt x="4327171" y="0"/>
                    </a:lnTo>
                    <a:cubicBezTo>
                      <a:pt x="4401783" y="6350"/>
                      <a:pt x="4497388" y="4655"/>
                      <a:pt x="4572000" y="11005"/>
                    </a:cubicBezTo>
                  </a:path>
                </a:pathLst>
              </a:custGeom>
              <a:noFill/>
              <a:ln w="19050" cap="flat" cmpd="sng">
                <a:solidFill>
                  <a:srgbClr val="FFFFFF">
                    <a:alpha val="98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42" name="Google Shape;42;p1"/>
              <p:cNvSpPr/>
              <p:nvPr/>
            </p:nvSpPr>
            <p:spPr>
              <a:xfrm>
                <a:off x="7624288" y="1458353"/>
                <a:ext cx="1113889" cy="575394"/>
              </a:xfrm>
              <a:custGeom>
                <a:avLst/>
                <a:gdLst/>
                <a:ahLst/>
                <a:cxnLst/>
                <a:rect l="l" t="t" r="r" b="b"/>
                <a:pathLst>
                  <a:path w="900112" h="423863" extrusionOk="0">
                    <a:moveTo>
                      <a:pt x="0" y="423863"/>
                    </a:moveTo>
                    <a:lnTo>
                      <a:pt x="204787" y="423863"/>
                    </a:lnTo>
                    <a:lnTo>
                      <a:pt x="419100" y="14288"/>
                    </a:lnTo>
                    <a:lnTo>
                      <a:pt x="900112" y="0"/>
                    </a:lnTo>
                  </a:path>
                </a:pathLst>
              </a:custGeom>
              <a:noFill/>
              <a:ln w="19050" cap="flat" cmpd="sng">
                <a:solidFill>
                  <a:srgbClr val="FFFFFF">
                    <a:alpha val="98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43" name="Google Shape;43;p1"/>
              <p:cNvSpPr/>
              <p:nvPr/>
            </p:nvSpPr>
            <p:spPr>
              <a:xfrm>
                <a:off x="7510307" y="4592299"/>
                <a:ext cx="2311599" cy="678834"/>
              </a:xfrm>
              <a:custGeom>
                <a:avLst/>
                <a:gdLst/>
                <a:ahLst/>
                <a:cxnLst/>
                <a:rect l="l" t="t" r="r" b="b"/>
                <a:pathLst>
                  <a:path w="1681163" h="500062" extrusionOk="0">
                    <a:moveTo>
                      <a:pt x="0" y="500062"/>
                    </a:moveTo>
                    <a:lnTo>
                      <a:pt x="890588" y="495300"/>
                    </a:lnTo>
                    <a:lnTo>
                      <a:pt x="1166813" y="0"/>
                    </a:lnTo>
                    <a:lnTo>
                      <a:pt x="1681163" y="23812"/>
                    </a:lnTo>
                  </a:path>
                </a:pathLst>
              </a:custGeom>
              <a:noFill/>
              <a:ln w="19050" cap="flat" cmpd="sng">
                <a:solidFill>
                  <a:srgbClr val="FFFFFF">
                    <a:alpha val="98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44" name="Google Shape;44;p1"/>
              <p:cNvSpPr/>
              <p:nvPr/>
            </p:nvSpPr>
            <p:spPr>
              <a:xfrm>
                <a:off x="7833249" y="5144774"/>
                <a:ext cx="272400" cy="227700"/>
              </a:xfrm>
              <a:prstGeom prst="hexagon">
                <a:avLst>
                  <a:gd name="adj" fmla="val 25000"/>
                  <a:gd name="vf" fmla="val 115470"/>
                </a:avLst>
              </a:prstGeom>
              <a:noFill/>
              <a:ln w="19050" cap="flat" cmpd="sng">
                <a:solidFill>
                  <a:srgbClr val="FFFFFF">
                    <a:alpha val="98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grpSp>
        <p:sp>
          <p:nvSpPr>
            <p:cNvPr id="45" name="Google Shape;45;p1"/>
            <p:cNvSpPr/>
            <p:nvPr/>
          </p:nvSpPr>
          <p:spPr>
            <a:xfrm rot="10800000">
              <a:off x="3886531" y="1237737"/>
              <a:ext cx="1409400" cy="1288500"/>
            </a:xfrm>
            <a:prstGeom prst="hexagon">
              <a:avLst>
                <a:gd name="adj" fmla="val 25000"/>
                <a:gd name="vf" fmla="val 115470"/>
              </a:avLst>
            </a:prstGeom>
            <a:noFill/>
            <a:ln w="19050" cap="flat" cmpd="sng">
              <a:solidFill>
                <a:srgbClr val="FFFFFF">
                  <a:alpha val="98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46" name="Google Shape;46;p1"/>
            <p:cNvSpPr/>
            <p:nvPr/>
          </p:nvSpPr>
          <p:spPr>
            <a:xfrm rot="10800000">
              <a:off x="3438938" y="2953796"/>
              <a:ext cx="654300" cy="588900"/>
            </a:xfrm>
            <a:prstGeom prst="hexagon">
              <a:avLst>
                <a:gd name="adj" fmla="val 25000"/>
                <a:gd name="vf" fmla="val 115470"/>
              </a:avLst>
            </a:prstGeom>
            <a:noFill/>
            <a:ln w="19050" cap="flat" cmpd="sng">
              <a:solidFill>
                <a:srgbClr val="FFFFFF">
                  <a:alpha val="98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grpSp>
      <p:sp>
        <p:nvSpPr>
          <p:cNvPr id="47" name="Google Shape;47;p1"/>
          <p:cNvSpPr txBox="1"/>
          <p:nvPr/>
        </p:nvSpPr>
        <p:spPr>
          <a:xfrm rot="5400000">
            <a:off x="-731000" y="4921100"/>
            <a:ext cx="1579800" cy="373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900">
                <a:solidFill>
                  <a:schemeClr val="lt1"/>
                </a:solidFill>
                <a:latin typeface="Barlow Condensed"/>
                <a:ea typeface="Barlow Condensed"/>
                <a:cs typeface="Barlow Condensed"/>
                <a:sym typeface="Barlow Condensed"/>
              </a:rPr>
              <a:t>SLIDESMANIA.COM</a:t>
            </a:r>
            <a:endParaRPr sz="900">
              <a:solidFill>
                <a:schemeClr val="lt1"/>
              </a:solidFill>
              <a:latin typeface="Barlow Condensed"/>
              <a:ea typeface="Barlow Condensed"/>
              <a:cs typeface="Barlow Condensed"/>
              <a:sym typeface="Barlow Condense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5" r:id="rId6"/>
    <p:sldLayoutId id="2147483657"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10"/>
          <p:cNvSpPr txBox="1">
            <a:spLocks noGrp="1"/>
          </p:cNvSpPr>
          <p:nvPr>
            <p:ph type="ctrTitle"/>
          </p:nvPr>
        </p:nvSpPr>
        <p:spPr>
          <a:xfrm>
            <a:off x="622923" y="423968"/>
            <a:ext cx="7597565" cy="3529657"/>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US" b="1" dirty="0">
                <a:solidFill>
                  <a:schemeClr val="bg1">
                    <a:lumMod val="85000"/>
                  </a:schemeClr>
                </a:solidFill>
              </a:rPr>
              <a:t>TÌM HIỂU VỀ API CỦA THANH TOÁN ĐIỆN TỬ</a:t>
            </a:r>
            <a:endParaRPr b="1" dirty="0">
              <a:solidFill>
                <a:schemeClr val="bg1">
                  <a:lumMod val="85000"/>
                </a:schemeClr>
              </a:solidFill>
            </a:endParaRPr>
          </a:p>
        </p:txBody>
      </p:sp>
      <p:grpSp>
        <p:nvGrpSpPr>
          <p:cNvPr id="178" name="Google Shape;178;p10"/>
          <p:cNvGrpSpPr/>
          <p:nvPr/>
        </p:nvGrpSpPr>
        <p:grpSpPr>
          <a:xfrm>
            <a:off x="3429900" y="1354284"/>
            <a:ext cx="839820" cy="511261"/>
            <a:chOff x="1614550" y="1499850"/>
            <a:chExt cx="4199100" cy="2523500"/>
          </a:xfrm>
        </p:grpSpPr>
        <p:sp>
          <p:nvSpPr>
            <p:cNvPr id="179" name="Google Shape;179;p10"/>
            <p:cNvSpPr/>
            <p:nvPr/>
          </p:nvSpPr>
          <p:spPr>
            <a:xfrm>
              <a:off x="1614550" y="1499850"/>
              <a:ext cx="4199100" cy="2523500"/>
            </a:xfrm>
            <a:custGeom>
              <a:avLst/>
              <a:gdLst/>
              <a:ahLst/>
              <a:cxnLst/>
              <a:rect l="l" t="t" r="r" b="b"/>
              <a:pathLst>
                <a:path w="167964" h="100940" fill="none" extrusionOk="0">
                  <a:moveTo>
                    <a:pt x="37550" y="100940"/>
                  </a:moveTo>
                  <a:cubicBezTo>
                    <a:pt x="16959" y="100940"/>
                    <a:pt x="1" y="83982"/>
                    <a:pt x="1" y="62987"/>
                  </a:cubicBezTo>
                  <a:cubicBezTo>
                    <a:pt x="1" y="41991"/>
                    <a:pt x="16959" y="25437"/>
                    <a:pt x="37550" y="25437"/>
                  </a:cubicBezTo>
                  <a:cubicBezTo>
                    <a:pt x="41184" y="25437"/>
                    <a:pt x="44818" y="25841"/>
                    <a:pt x="48048" y="26649"/>
                  </a:cubicBezTo>
                  <a:cubicBezTo>
                    <a:pt x="56527" y="10902"/>
                    <a:pt x="73081" y="1"/>
                    <a:pt x="92461" y="1"/>
                  </a:cubicBezTo>
                  <a:cubicBezTo>
                    <a:pt x="117494" y="1"/>
                    <a:pt x="138086" y="18170"/>
                    <a:pt x="142123" y="42395"/>
                  </a:cubicBezTo>
                  <a:cubicBezTo>
                    <a:pt x="156659" y="44010"/>
                    <a:pt x="167964" y="56527"/>
                    <a:pt x="167964" y="71466"/>
                  </a:cubicBezTo>
                  <a:cubicBezTo>
                    <a:pt x="167964" y="87616"/>
                    <a:pt x="155044" y="100940"/>
                    <a:pt x="138490" y="100940"/>
                  </a:cubicBezTo>
                  <a:close/>
                </a:path>
              </a:pathLst>
            </a:custGeom>
            <a:noFill/>
            <a:ln w="9525" cap="sq" cmpd="sng">
              <a:solidFill>
                <a:srgbClr val="EFEFEF"/>
              </a:solidFill>
              <a:prstDash val="solid"/>
              <a:miter lim="4037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0"/>
            <p:cNvSpPr/>
            <p:nvPr/>
          </p:nvSpPr>
          <p:spPr>
            <a:xfrm>
              <a:off x="3714100" y="2549625"/>
              <a:ext cx="25" cy="847925"/>
            </a:xfrm>
            <a:custGeom>
              <a:avLst/>
              <a:gdLst/>
              <a:ahLst/>
              <a:cxnLst/>
              <a:rect l="l" t="t" r="r" b="b"/>
              <a:pathLst>
                <a:path w="1" h="33917" fill="none" extrusionOk="0">
                  <a:moveTo>
                    <a:pt x="0" y="0"/>
                  </a:moveTo>
                  <a:lnTo>
                    <a:pt x="0" y="33916"/>
                  </a:lnTo>
                </a:path>
              </a:pathLst>
            </a:custGeom>
            <a:noFill/>
            <a:ln w="9525" cap="sq" cmpd="sng">
              <a:solidFill>
                <a:srgbClr val="EFEFEF"/>
              </a:solidFill>
              <a:prstDash val="solid"/>
              <a:miter lim="4037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0"/>
            <p:cNvSpPr/>
            <p:nvPr/>
          </p:nvSpPr>
          <p:spPr>
            <a:xfrm>
              <a:off x="3290150" y="2337650"/>
              <a:ext cx="847925" cy="423975"/>
            </a:xfrm>
            <a:custGeom>
              <a:avLst/>
              <a:gdLst/>
              <a:ahLst/>
              <a:cxnLst/>
              <a:rect l="l" t="t" r="r" b="b"/>
              <a:pathLst>
                <a:path w="33917" h="16959" fill="none" extrusionOk="0">
                  <a:moveTo>
                    <a:pt x="1" y="16958"/>
                  </a:moveTo>
                  <a:lnTo>
                    <a:pt x="16958" y="1"/>
                  </a:lnTo>
                  <a:lnTo>
                    <a:pt x="33916" y="16958"/>
                  </a:lnTo>
                  <a:lnTo>
                    <a:pt x="33916" y="16958"/>
                  </a:lnTo>
                </a:path>
              </a:pathLst>
            </a:custGeom>
            <a:noFill/>
            <a:ln w="9525" cap="sq" cmpd="sng">
              <a:solidFill>
                <a:srgbClr val="EFEFEF"/>
              </a:solidFill>
              <a:prstDash val="solid"/>
              <a:miter lim="4037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2" name="Google Shape;182;p10"/>
          <p:cNvGrpSpPr/>
          <p:nvPr/>
        </p:nvGrpSpPr>
        <p:grpSpPr>
          <a:xfrm>
            <a:off x="1077500" y="2706117"/>
            <a:ext cx="339546" cy="445902"/>
            <a:chOff x="2240375" y="874025"/>
            <a:chExt cx="2947450" cy="3785250"/>
          </a:xfrm>
        </p:grpSpPr>
        <p:sp>
          <p:nvSpPr>
            <p:cNvPr id="183" name="Google Shape;183;p10"/>
            <p:cNvSpPr/>
            <p:nvPr/>
          </p:nvSpPr>
          <p:spPr>
            <a:xfrm>
              <a:off x="2240375" y="2549625"/>
              <a:ext cx="2947450" cy="2109650"/>
            </a:xfrm>
            <a:custGeom>
              <a:avLst/>
              <a:gdLst/>
              <a:ahLst/>
              <a:cxnLst/>
              <a:rect l="l" t="t" r="r" b="b"/>
              <a:pathLst>
                <a:path w="117898" h="84386" fill="none" extrusionOk="0">
                  <a:moveTo>
                    <a:pt x="1" y="0"/>
                  </a:moveTo>
                  <a:lnTo>
                    <a:pt x="117898" y="0"/>
                  </a:lnTo>
                  <a:lnTo>
                    <a:pt x="117898" y="84386"/>
                  </a:lnTo>
                  <a:lnTo>
                    <a:pt x="1" y="84386"/>
                  </a:lnTo>
                  <a:close/>
                </a:path>
              </a:pathLst>
            </a:custGeom>
            <a:noFill/>
            <a:ln w="9525" cap="sq" cmpd="sng">
              <a:solidFill>
                <a:srgbClr val="D8D8D8"/>
              </a:solidFill>
              <a:prstDash val="solid"/>
              <a:miter lim="4037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10"/>
            <p:cNvSpPr/>
            <p:nvPr/>
          </p:nvSpPr>
          <p:spPr>
            <a:xfrm>
              <a:off x="2664325" y="874025"/>
              <a:ext cx="2099575" cy="1675625"/>
            </a:xfrm>
            <a:custGeom>
              <a:avLst/>
              <a:gdLst/>
              <a:ahLst/>
              <a:cxnLst/>
              <a:rect l="l" t="t" r="r" b="b"/>
              <a:pathLst>
                <a:path w="83983" h="67025" fill="none" extrusionOk="0">
                  <a:moveTo>
                    <a:pt x="41991" y="1"/>
                  </a:moveTo>
                  <a:lnTo>
                    <a:pt x="41991" y="1"/>
                  </a:lnTo>
                  <a:cubicBezTo>
                    <a:pt x="65409" y="1"/>
                    <a:pt x="83982" y="18574"/>
                    <a:pt x="83982" y="41991"/>
                  </a:cubicBezTo>
                  <a:lnTo>
                    <a:pt x="83982" y="67024"/>
                  </a:lnTo>
                  <a:lnTo>
                    <a:pt x="1" y="67024"/>
                  </a:lnTo>
                  <a:lnTo>
                    <a:pt x="1" y="41991"/>
                  </a:lnTo>
                  <a:cubicBezTo>
                    <a:pt x="1" y="18574"/>
                    <a:pt x="18573" y="1"/>
                    <a:pt x="41991" y="1"/>
                  </a:cubicBezTo>
                  <a:close/>
                </a:path>
              </a:pathLst>
            </a:custGeom>
            <a:noFill/>
            <a:ln w="9525" cap="sq" cmpd="sng">
              <a:solidFill>
                <a:srgbClr val="D8D8D8"/>
              </a:solidFill>
              <a:prstDash val="solid"/>
              <a:miter lim="4037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10"/>
            <p:cNvSpPr/>
            <p:nvPr/>
          </p:nvSpPr>
          <p:spPr>
            <a:xfrm>
              <a:off x="3502125" y="3397525"/>
              <a:ext cx="423975" cy="413875"/>
            </a:xfrm>
            <a:custGeom>
              <a:avLst/>
              <a:gdLst/>
              <a:ahLst/>
              <a:cxnLst/>
              <a:rect l="l" t="t" r="r" b="b"/>
              <a:pathLst>
                <a:path w="16959" h="16555" fill="none" extrusionOk="0">
                  <a:moveTo>
                    <a:pt x="16958" y="8075"/>
                  </a:moveTo>
                  <a:cubicBezTo>
                    <a:pt x="16958" y="12920"/>
                    <a:pt x="13324" y="16554"/>
                    <a:pt x="8479" y="16554"/>
                  </a:cubicBezTo>
                  <a:cubicBezTo>
                    <a:pt x="3634" y="16554"/>
                    <a:pt x="0" y="12920"/>
                    <a:pt x="0" y="8075"/>
                  </a:cubicBezTo>
                  <a:cubicBezTo>
                    <a:pt x="0" y="3634"/>
                    <a:pt x="3634" y="0"/>
                    <a:pt x="8479" y="0"/>
                  </a:cubicBezTo>
                  <a:cubicBezTo>
                    <a:pt x="13324" y="0"/>
                    <a:pt x="16958" y="3634"/>
                    <a:pt x="16958" y="8075"/>
                  </a:cubicBezTo>
                  <a:close/>
                </a:path>
              </a:pathLst>
            </a:custGeom>
            <a:noFill/>
            <a:ln w="9525" cap="sq" cmpd="sng">
              <a:solidFill>
                <a:srgbClr val="D8D8D8"/>
              </a:solidFill>
              <a:prstDash val="solid"/>
              <a:miter lim="4037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11"/>
          <p:cNvSpPr txBox="1">
            <a:spLocks noGrp="1"/>
          </p:cNvSpPr>
          <p:nvPr>
            <p:ph type="title"/>
          </p:nvPr>
        </p:nvSpPr>
        <p:spPr>
          <a:xfrm>
            <a:off x="1613195" y="678125"/>
            <a:ext cx="6174600" cy="1800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b="1" dirty="0"/>
              <a:t>MỤC TIÊU ĐỀ TÀI:</a:t>
            </a:r>
            <a:endParaRPr b="1" dirty="0"/>
          </a:p>
        </p:txBody>
      </p:sp>
      <p:sp>
        <p:nvSpPr>
          <p:cNvPr id="191" name="Google Shape;191;p11"/>
          <p:cNvSpPr txBox="1">
            <a:spLocks noGrp="1"/>
          </p:cNvSpPr>
          <p:nvPr>
            <p:ph type="body" idx="1"/>
          </p:nvPr>
        </p:nvSpPr>
        <p:spPr>
          <a:xfrm>
            <a:off x="2486345" y="1578575"/>
            <a:ext cx="4428300" cy="1191900"/>
          </a:xfrm>
          <a:prstGeom prst="rect">
            <a:avLst/>
          </a:prstGeom>
        </p:spPr>
        <p:txBody>
          <a:bodyPr spcFirstLastPara="1" wrap="square" lIns="91425" tIns="91425" rIns="91425" bIns="91425" anchor="t" anchorCtr="0">
            <a:noAutofit/>
          </a:bodyPr>
          <a:lstStyle/>
          <a:p>
            <a:pPr lvl="0" algn="just"/>
            <a:r>
              <a:rPr lang="en-US" dirty="0" err="1"/>
              <a:t>Tìm</a:t>
            </a:r>
            <a:r>
              <a:rPr lang="en-US" dirty="0"/>
              <a:t> </a:t>
            </a:r>
            <a:r>
              <a:rPr lang="en-US" dirty="0" err="1"/>
              <a:t>hiểu</a:t>
            </a:r>
            <a:r>
              <a:rPr lang="en-US" dirty="0"/>
              <a:t> API </a:t>
            </a:r>
            <a:r>
              <a:rPr lang="en-US" dirty="0" err="1"/>
              <a:t>thanh</a:t>
            </a:r>
            <a:r>
              <a:rPr lang="en-US" dirty="0"/>
              <a:t> </a:t>
            </a:r>
            <a:r>
              <a:rPr lang="en-US" dirty="0" err="1"/>
              <a:t>toán</a:t>
            </a:r>
            <a:r>
              <a:rPr lang="en-US" dirty="0"/>
              <a:t> </a:t>
            </a:r>
            <a:r>
              <a:rPr lang="en-US" dirty="0" err="1"/>
              <a:t>điện</a:t>
            </a:r>
            <a:r>
              <a:rPr lang="en-US" dirty="0"/>
              <a:t> </a:t>
            </a:r>
            <a:r>
              <a:rPr lang="en-US" dirty="0" err="1"/>
              <a:t>tử</a:t>
            </a:r>
            <a:r>
              <a:rPr lang="en-US" dirty="0"/>
              <a:t>.</a:t>
            </a:r>
          </a:p>
          <a:p>
            <a:pPr lvl="0" algn="just"/>
            <a:r>
              <a:rPr lang="en-US" dirty="0" err="1"/>
              <a:t>Nghiên</a:t>
            </a:r>
            <a:r>
              <a:rPr lang="en-US" dirty="0"/>
              <a:t> </a:t>
            </a:r>
            <a:r>
              <a:rPr lang="en-US" dirty="0" err="1"/>
              <a:t>cứu</a:t>
            </a:r>
            <a:r>
              <a:rPr lang="en-US" dirty="0"/>
              <a:t> </a:t>
            </a:r>
            <a:r>
              <a:rPr lang="en-US" dirty="0" err="1"/>
              <a:t>các</a:t>
            </a:r>
            <a:r>
              <a:rPr lang="en-US" dirty="0"/>
              <a:t> </a:t>
            </a:r>
            <a:r>
              <a:rPr lang="en-US" dirty="0" err="1"/>
              <a:t>cổng</a:t>
            </a:r>
            <a:r>
              <a:rPr lang="en-US" dirty="0"/>
              <a:t> </a:t>
            </a:r>
            <a:r>
              <a:rPr lang="en-US" dirty="0" err="1"/>
              <a:t>thanh</a:t>
            </a:r>
            <a:r>
              <a:rPr lang="en-US" dirty="0"/>
              <a:t> </a:t>
            </a:r>
            <a:r>
              <a:rPr lang="en-US" dirty="0" err="1"/>
              <a:t>toán</a:t>
            </a:r>
            <a:r>
              <a:rPr lang="en-US" dirty="0"/>
              <a:t> </a:t>
            </a:r>
            <a:r>
              <a:rPr lang="en-US" dirty="0" err="1"/>
              <a:t>phổ</a:t>
            </a:r>
            <a:r>
              <a:rPr lang="en-US" dirty="0"/>
              <a:t> </a:t>
            </a:r>
            <a:r>
              <a:rPr lang="en-US" dirty="0" err="1"/>
              <a:t>biến</a:t>
            </a:r>
            <a:r>
              <a:rPr lang="en-US" dirty="0"/>
              <a:t>.</a:t>
            </a:r>
          </a:p>
          <a:p>
            <a:pPr lvl="0" algn="just"/>
            <a:r>
              <a:rPr lang="en-US" dirty="0" err="1"/>
              <a:t>Hiểu</a:t>
            </a:r>
            <a:r>
              <a:rPr lang="en-US" dirty="0"/>
              <a:t> </a:t>
            </a:r>
            <a:r>
              <a:rPr lang="en-US" dirty="0" err="1"/>
              <a:t>quy</a:t>
            </a:r>
            <a:r>
              <a:rPr lang="en-US" dirty="0"/>
              <a:t> </a:t>
            </a:r>
            <a:r>
              <a:rPr lang="en-US" dirty="0" err="1"/>
              <a:t>trình</a:t>
            </a:r>
            <a:r>
              <a:rPr lang="en-US" dirty="0"/>
              <a:t> </a:t>
            </a:r>
            <a:r>
              <a:rPr lang="en-US" dirty="0" err="1"/>
              <a:t>tích</a:t>
            </a:r>
            <a:r>
              <a:rPr lang="en-US" dirty="0"/>
              <a:t> </a:t>
            </a:r>
            <a:r>
              <a:rPr lang="en-US" dirty="0" err="1"/>
              <a:t>hợp</a:t>
            </a:r>
            <a:r>
              <a:rPr lang="en-US" dirty="0"/>
              <a:t> API </a:t>
            </a:r>
            <a:r>
              <a:rPr lang="en-US" dirty="0" err="1"/>
              <a:t>thanh</a:t>
            </a:r>
            <a:r>
              <a:rPr lang="en-US" dirty="0"/>
              <a:t> </a:t>
            </a:r>
            <a:r>
              <a:rPr lang="en-US" dirty="0" err="1"/>
              <a:t>toán</a:t>
            </a:r>
            <a:r>
              <a:rPr lang="en-US" dirty="0"/>
              <a:t>.</a:t>
            </a:r>
          </a:p>
          <a:p>
            <a:pPr lvl="0" algn="just"/>
            <a:r>
              <a:rPr lang="en-US" dirty="0"/>
              <a:t>Demo website </a:t>
            </a:r>
            <a:r>
              <a:rPr lang="en-US" dirty="0" err="1"/>
              <a:t>đơn</a:t>
            </a:r>
            <a:r>
              <a:rPr lang="en-US" dirty="0"/>
              <a:t> </a:t>
            </a:r>
            <a:r>
              <a:rPr lang="en-US" dirty="0" err="1"/>
              <a:t>giản</a:t>
            </a:r>
            <a:r>
              <a:rPr lang="en-US" dirty="0"/>
              <a:t> </a:t>
            </a:r>
            <a:r>
              <a:rPr lang="en-US" dirty="0" err="1"/>
              <a:t>bán</a:t>
            </a:r>
            <a:r>
              <a:rPr lang="en-US" dirty="0"/>
              <a:t> </a:t>
            </a:r>
            <a:r>
              <a:rPr lang="en-US" dirty="0" err="1"/>
              <a:t>hàng</a:t>
            </a:r>
            <a:r>
              <a:rPr lang="en-US" dirty="0"/>
              <a:t> </a:t>
            </a:r>
            <a:r>
              <a:rPr lang="en-US" dirty="0" err="1"/>
              <a:t>tích</a:t>
            </a:r>
            <a:r>
              <a:rPr lang="en-US" dirty="0"/>
              <a:t> </a:t>
            </a:r>
            <a:r>
              <a:rPr lang="en-US" dirty="0" err="1"/>
              <a:t>hợp</a:t>
            </a:r>
            <a:r>
              <a:rPr lang="en-US" dirty="0"/>
              <a:t> </a:t>
            </a:r>
            <a:r>
              <a:rPr lang="en-US" dirty="0" err="1"/>
              <a:t>thanh</a:t>
            </a:r>
            <a:r>
              <a:rPr lang="en-US" dirty="0"/>
              <a:t> </a:t>
            </a:r>
            <a:r>
              <a:rPr lang="en-US" dirty="0" err="1"/>
              <a:t>toán</a:t>
            </a:r>
            <a:r>
              <a:rPr lang="en-US" dirty="0"/>
              <a:t>.</a:t>
            </a:r>
          </a:p>
          <a:p>
            <a:pPr marL="0" lvl="0" indent="0" rtl="0">
              <a:lnSpc>
                <a:spcPct val="100000"/>
              </a:lnSpc>
              <a:spcBef>
                <a:spcPts val="0"/>
              </a:spcBef>
              <a:spcAft>
                <a:spcPts val="1600"/>
              </a:spcAft>
              <a:buNone/>
            </a:pPr>
            <a:endParaRPr dirty="0"/>
          </a:p>
        </p:txBody>
      </p:sp>
      <p:pic>
        <p:nvPicPr>
          <p:cNvPr id="192" name="Google Shape;192;p11"/>
          <p:cNvPicPr preferRelativeResize="0"/>
          <p:nvPr/>
        </p:nvPicPr>
        <p:blipFill rotWithShape="1">
          <a:blip r:embed="rId3">
            <a:alphaModFix/>
          </a:blip>
          <a:srcRect l="14056" t="13726" r="15027" b="42266"/>
          <a:stretch/>
        </p:blipFill>
        <p:spPr>
          <a:xfrm>
            <a:off x="313750" y="2879925"/>
            <a:ext cx="2431675" cy="2263575"/>
          </a:xfrm>
          <a:prstGeom prst="rect">
            <a:avLst/>
          </a:prstGeom>
          <a:noFill/>
          <a:ln>
            <a:noFill/>
          </a:ln>
          <a:effectLst>
            <a:outerShdw blurRad="57150" dist="19050" dir="5400000" algn="bl" rotWithShape="0">
              <a:srgbClr val="000000">
                <a:alpha val="50000"/>
              </a:srgbClr>
            </a:outerShdw>
          </a:effectLst>
        </p:spPr>
      </p:pic>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1">
                                            <p:txEl>
                                              <p:pRg st="0" end="0"/>
                                            </p:txEl>
                                          </p:spTgt>
                                        </p:tgtEl>
                                        <p:attrNameLst>
                                          <p:attrName>style.visibility</p:attrName>
                                        </p:attrNameLst>
                                      </p:cBhvr>
                                      <p:to>
                                        <p:strVal val="visible"/>
                                      </p:to>
                                    </p:set>
                                    <p:anim calcmode="lin" valueType="num">
                                      <p:cBhvr additive="base">
                                        <p:cTn id="7" dur="500" fill="hold"/>
                                        <p:tgtEl>
                                          <p:spTgt spid="19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91">
                                            <p:txEl>
                                              <p:pRg st="1" end="1"/>
                                            </p:txEl>
                                          </p:spTgt>
                                        </p:tgtEl>
                                        <p:attrNameLst>
                                          <p:attrName>style.visibility</p:attrName>
                                        </p:attrNameLst>
                                      </p:cBhvr>
                                      <p:to>
                                        <p:strVal val="visible"/>
                                      </p:to>
                                    </p:set>
                                    <p:anim calcmode="lin" valueType="num">
                                      <p:cBhvr additive="base">
                                        <p:cTn id="13" dur="500" fill="hold"/>
                                        <p:tgtEl>
                                          <p:spTgt spid="19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9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91">
                                            <p:txEl>
                                              <p:pRg st="2" end="2"/>
                                            </p:txEl>
                                          </p:spTgt>
                                        </p:tgtEl>
                                        <p:attrNameLst>
                                          <p:attrName>style.visibility</p:attrName>
                                        </p:attrNameLst>
                                      </p:cBhvr>
                                      <p:to>
                                        <p:strVal val="visible"/>
                                      </p:to>
                                    </p:set>
                                    <p:anim calcmode="lin" valueType="num">
                                      <p:cBhvr additive="base">
                                        <p:cTn id="19" dur="500" fill="hold"/>
                                        <p:tgtEl>
                                          <p:spTgt spid="19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9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91">
                                            <p:txEl>
                                              <p:pRg st="3" end="3"/>
                                            </p:txEl>
                                          </p:spTgt>
                                        </p:tgtEl>
                                        <p:attrNameLst>
                                          <p:attrName>style.visibility</p:attrName>
                                        </p:attrNameLst>
                                      </p:cBhvr>
                                      <p:to>
                                        <p:strVal val="visible"/>
                                      </p:to>
                                    </p:set>
                                    <p:anim calcmode="lin" valueType="num">
                                      <p:cBhvr additive="base">
                                        <p:cTn id="25" dur="500" fill="hold"/>
                                        <p:tgtEl>
                                          <p:spTgt spid="19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91">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12"/>
          <p:cNvSpPr txBox="1">
            <a:spLocks noGrp="1"/>
          </p:cNvSpPr>
          <p:nvPr>
            <p:ph type="title"/>
          </p:nvPr>
        </p:nvSpPr>
        <p:spPr>
          <a:xfrm>
            <a:off x="426930" y="365086"/>
            <a:ext cx="3106200" cy="2919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b="1" dirty="0"/>
              <a:t>Thành </a:t>
            </a:r>
            <a:r>
              <a:rPr lang="en-GB" b="1" dirty="0" err="1"/>
              <a:t>viên</a:t>
            </a:r>
            <a:r>
              <a:rPr lang="en-GB" b="1" dirty="0"/>
              <a:t> </a:t>
            </a:r>
            <a:r>
              <a:rPr lang="en-GB" b="1" dirty="0" err="1"/>
              <a:t>và</a:t>
            </a:r>
            <a:r>
              <a:rPr lang="en-GB" b="1" dirty="0"/>
              <a:t> </a:t>
            </a:r>
            <a:r>
              <a:rPr lang="en-GB" b="1" dirty="0" err="1"/>
              <a:t>đóng</a:t>
            </a:r>
            <a:r>
              <a:rPr lang="en-GB" b="1" dirty="0"/>
              <a:t> </a:t>
            </a:r>
            <a:r>
              <a:rPr lang="en-GB" b="1" dirty="0" err="1"/>
              <a:t>góp</a:t>
            </a:r>
            <a:r>
              <a:rPr lang="en-GB" b="1" dirty="0"/>
              <a:t>:</a:t>
            </a:r>
            <a:endParaRPr b="1" dirty="0"/>
          </a:p>
        </p:txBody>
      </p:sp>
      <p:sp>
        <p:nvSpPr>
          <p:cNvPr id="198" name="Google Shape;198;p12"/>
          <p:cNvSpPr txBox="1">
            <a:spLocks noGrp="1"/>
          </p:cNvSpPr>
          <p:nvPr>
            <p:ph type="body" idx="1"/>
          </p:nvPr>
        </p:nvSpPr>
        <p:spPr>
          <a:xfrm>
            <a:off x="1786254" y="2026405"/>
            <a:ext cx="5571492" cy="1886438"/>
          </a:xfrm>
          <a:prstGeom prst="rect">
            <a:avLst/>
          </a:prstGeom>
        </p:spPr>
        <p:txBody>
          <a:bodyPr spcFirstLastPara="1" wrap="square" lIns="91425" tIns="91425" rIns="91425" bIns="91425" anchor="ctr" anchorCtr="0">
            <a:noAutofit/>
          </a:bodyPr>
          <a:lstStyle/>
          <a:p>
            <a:pPr marL="457200" lvl="0" indent="-342900" algn="just" rtl="0">
              <a:lnSpc>
                <a:spcPct val="115000"/>
              </a:lnSpc>
              <a:spcBef>
                <a:spcPts val="0"/>
              </a:spcBef>
              <a:spcAft>
                <a:spcPts val="0"/>
              </a:spcAft>
              <a:buSzPts val="1800"/>
              <a:buChar char="➔"/>
            </a:pPr>
            <a:r>
              <a:rPr lang="en-US" dirty="0"/>
              <a:t>Huỳnh Nguyễn Nhật Long (</a:t>
            </a:r>
            <a:r>
              <a:rPr lang="en-US" dirty="0" err="1"/>
              <a:t>Nội</a:t>
            </a:r>
            <a:r>
              <a:rPr lang="en-US" dirty="0"/>
              <a:t> dung + PowerPoint + Demo + T</a:t>
            </a:r>
            <a:r>
              <a:rPr lang="en-US"/>
              <a:t>huyết</a:t>
            </a:r>
            <a:r>
              <a:rPr lang="en-US" dirty="0"/>
              <a:t> </a:t>
            </a:r>
            <a:r>
              <a:rPr lang="en-US" dirty="0" err="1"/>
              <a:t>trình</a:t>
            </a:r>
            <a:r>
              <a:rPr lang="en-US" dirty="0"/>
              <a:t>).</a:t>
            </a:r>
            <a:endParaRPr dirty="0"/>
          </a:p>
          <a:p>
            <a:pPr marL="457200" lvl="0" indent="-342900" algn="just" rtl="0">
              <a:lnSpc>
                <a:spcPct val="115000"/>
              </a:lnSpc>
              <a:spcBef>
                <a:spcPts val="0"/>
              </a:spcBef>
              <a:spcAft>
                <a:spcPts val="0"/>
              </a:spcAft>
              <a:buSzPts val="1800"/>
              <a:buChar char="➔"/>
            </a:pPr>
            <a:r>
              <a:rPr lang="en-US" dirty="0"/>
              <a:t>Triệu Phạm Linh Duy (PowerPoint + </a:t>
            </a:r>
            <a:r>
              <a:rPr lang="en-US" dirty="0" err="1"/>
              <a:t>Thuyết</a:t>
            </a:r>
            <a:r>
              <a:rPr lang="en-US" dirty="0"/>
              <a:t> </a:t>
            </a:r>
            <a:r>
              <a:rPr lang="en-US" dirty="0" err="1"/>
              <a:t>trình</a:t>
            </a:r>
            <a:r>
              <a:rPr lang="en-US" dirty="0"/>
              <a:t>).</a:t>
            </a:r>
            <a:endParaRPr dirty="0"/>
          </a:p>
          <a:p>
            <a:pPr marL="457200" lvl="0" indent="-342900" algn="just" rtl="0">
              <a:lnSpc>
                <a:spcPct val="115000"/>
              </a:lnSpc>
              <a:spcBef>
                <a:spcPts val="0"/>
              </a:spcBef>
              <a:spcAft>
                <a:spcPts val="0"/>
              </a:spcAft>
              <a:buSzPts val="1800"/>
              <a:buChar char="➔"/>
            </a:pPr>
            <a:r>
              <a:rPr lang="en-GB" dirty="0" err="1"/>
              <a:t>Trần</a:t>
            </a:r>
            <a:r>
              <a:rPr lang="en-GB" dirty="0"/>
              <a:t> </a:t>
            </a:r>
            <a:r>
              <a:rPr lang="en-GB" dirty="0" err="1"/>
              <a:t>Doãn</a:t>
            </a:r>
            <a:r>
              <a:rPr lang="en-GB" dirty="0"/>
              <a:t> Tùng Dương (</a:t>
            </a:r>
            <a:r>
              <a:rPr lang="en-GB" dirty="0" err="1"/>
              <a:t>Thuyết</a:t>
            </a:r>
            <a:r>
              <a:rPr lang="en-GB" dirty="0"/>
              <a:t> </a:t>
            </a:r>
            <a:r>
              <a:rPr lang="en-GB" dirty="0" err="1"/>
              <a:t>trình</a:t>
            </a:r>
            <a:r>
              <a:rPr lang="en-GB" dirty="0"/>
              <a:t>).</a:t>
            </a:r>
          </a:p>
          <a:p>
            <a:pPr algn="just">
              <a:buFont typeface="Roboto Mono"/>
              <a:buChar char="➔"/>
            </a:pPr>
            <a:r>
              <a:rPr lang="en-US" dirty="0"/>
              <a:t>Hà Quang </a:t>
            </a:r>
            <a:r>
              <a:rPr lang="en-US" dirty="0" err="1"/>
              <a:t>Thật</a:t>
            </a:r>
            <a:r>
              <a:rPr lang="en-US" dirty="0"/>
              <a:t> (PowerPoint + </a:t>
            </a:r>
            <a:r>
              <a:rPr lang="en-US" dirty="0" err="1"/>
              <a:t>Thuyết</a:t>
            </a:r>
            <a:r>
              <a:rPr lang="en-US" dirty="0"/>
              <a:t> </a:t>
            </a:r>
            <a:r>
              <a:rPr lang="en-US" dirty="0" err="1"/>
              <a:t>trình</a:t>
            </a:r>
            <a:r>
              <a:rPr lang="en-US" dirty="0"/>
              <a:t>).</a:t>
            </a:r>
          </a:p>
          <a:p>
            <a:pPr marL="457200" lvl="0" indent="-342900" algn="l" rtl="0">
              <a:lnSpc>
                <a:spcPct val="115000"/>
              </a:lnSpc>
              <a:spcBef>
                <a:spcPts val="0"/>
              </a:spcBef>
              <a:spcAft>
                <a:spcPts val="0"/>
              </a:spcAft>
              <a:buSzPts val="1800"/>
              <a:buChar char="➔"/>
            </a:pPr>
            <a:endParaRPr lang="en-US" dirty="0"/>
          </a:p>
        </p:txBody>
      </p:sp>
      <p:grpSp>
        <p:nvGrpSpPr>
          <p:cNvPr id="2" name="Google Shape;289;p23">
            <a:extLst>
              <a:ext uri="{FF2B5EF4-FFF2-40B4-BE49-F238E27FC236}">
                <a16:creationId xmlns:a16="http://schemas.microsoft.com/office/drawing/2014/main" id="{B80B6E05-78CE-F578-2F8C-F8DD70C2A92B}"/>
              </a:ext>
            </a:extLst>
          </p:cNvPr>
          <p:cNvGrpSpPr/>
          <p:nvPr/>
        </p:nvGrpSpPr>
        <p:grpSpPr>
          <a:xfrm>
            <a:off x="1321445" y="1447058"/>
            <a:ext cx="6501109" cy="3481782"/>
            <a:chOff x="1295330" y="1868507"/>
            <a:chExt cx="4365503" cy="3647530"/>
          </a:xfrm>
        </p:grpSpPr>
        <p:grpSp>
          <p:nvGrpSpPr>
            <p:cNvPr id="3" name="Google Shape;290;p23">
              <a:extLst>
                <a:ext uri="{FF2B5EF4-FFF2-40B4-BE49-F238E27FC236}">
                  <a16:creationId xmlns:a16="http://schemas.microsoft.com/office/drawing/2014/main" id="{888563FE-105A-24B3-C215-C2301AF1B5CC}"/>
                </a:ext>
              </a:extLst>
            </p:cNvPr>
            <p:cNvGrpSpPr/>
            <p:nvPr/>
          </p:nvGrpSpPr>
          <p:grpSpPr>
            <a:xfrm>
              <a:off x="1295330" y="1868507"/>
              <a:ext cx="4365503" cy="3647530"/>
              <a:chOff x="6679223" y="1947864"/>
              <a:chExt cx="3956410" cy="3325308"/>
            </a:xfrm>
          </p:grpSpPr>
          <p:grpSp>
            <p:nvGrpSpPr>
              <p:cNvPr id="5" name="Google Shape;291;p23">
                <a:extLst>
                  <a:ext uri="{FF2B5EF4-FFF2-40B4-BE49-F238E27FC236}">
                    <a16:creationId xmlns:a16="http://schemas.microsoft.com/office/drawing/2014/main" id="{FF7B116B-EAA6-4ECD-71A0-EF6ADB307299}"/>
                  </a:ext>
                </a:extLst>
              </p:cNvPr>
              <p:cNvGrpSpPr/>
              <p:nvPr/>
            </p:nvGrpSpPr>
            <p:grpSpPr>
              <a:xfrm>
                <a:off x="7996402" y="4725653"/>
                <a:ext cx="1328920" cy="547519"/>
                <a:chOff x="7059929" y="5060917"/>
                <a:chExt cx="1328920" cy="547519"/>
              </a:xfrm>
            </p:grpSpPr>
            <p:sp>
              <p:nvSpPr>
                <p:cNvPr id="9" name="Google Shape;292;p23">
                  <a:extLst>
                    <a:ext uri="{FF2B5EF4-FFF2-40B4-BE49-F238E27FC236}">
                      <a16:creationId xmlns:a16="http://schemas.microsoft.com/office/drawing/2014/main" id="{FA451D53-4107-6319-6211-F503079B8D1B}"/>
                    </a:ext>
                  </a:extLst>
                </p:cNvPr>
                <p:cNvSpPr/>
                <p:nvPr/>
              </p:nvSpPr>
              <p:spPr>
                <a:xfrm rot="10800000">
                  <a:off x="7059929" y="5578436"/>
                  <a:ext cx="1322100" cy="30000"/>
                </a:xfrm>
                <a:prstGeom prst="trapezoid">
                  <a:avLst>
                    <a:gd name="adj" fmla="val 142327"/>
                  </a:avLst>
                </a:prstGeom>
                <a:noFill/>
                <a:ln w="19050" cap="flat" cmpd="sng">
                  <a:solidFill>
                    <a:srgbClr val="FFFF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 name="Google Shape;293;p23">
                  <a:extLst>
                    <a:ext uri="{FF2B5EF4-FFF2-40B4-BE49-F238E27FC236}">
                      <a16:creationId xmlns:a16="http://schemas.microsoft.com/office/drawing/2014/main" id="{3979CE1A-A908-E7FC-E2B6-7B198388CA32}"/>
                    </a:ext>
                  </a:extLst>
                </p:cNvPr>
                <p:cNvSpPr/>
                <p:nvPr/>
              </p:nvSpPr>
              <p:spPr>
                <a:xfrm>
                  <a:off x="7187465" y="5060917"/>
                  <a:ext cx="1067100" cy="428400"/>
                </a:xfrm>
                <a:prstGeom prst="trapezoid">
                  <a:avLst>
                    <a:gd name="adj" fmla="val 15083"/>
                  </a:avLst>
                </a:prstGeom>
                <a:noFill/>
                <a:ln w="19050" cap="flat" cmpd="sng">
                  <a:solidFill>
                    <a:srgbClr val="FFFF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1" name="Google Shape;294;p23">
                  <a:extLst>
                    <a:ext uri="{FF2B5EF4-FFF2-40B4-BE49-F238E27FC236}">
                      <a16:creationId xmlns:a16="http://schemas.microsoft.com/office/drawing/2014/main" id="{E4A9A742-7DB1-B74E-D771-6AE49215EBDE}"/>
                    </a:ext>
                  </a:extLst>
                </p:cNvPr>
                <p:cNvSpPr/>
                <p:nvPr/>
              </p:nvSpPr>
              <p:spPr>
                <a:xfrm>
                  <a:off x="7066749" y="5488243"/>
                  <a:ext cx="1322100" cy="93600"/>
                </a:xfrm>
                <a:prstGeom prst="trapezoid">
                  <a:avLst>
                    <a:gd name="adj" fmla="val 142327"/>
                  </a:avLst>
                </a:prstGeom>
                <a:noFill/>
                <a:ln w="19050" cap="flat" cmpd="sng">
                  <a:solidFill>
                    <a:srgbClr val="FFFF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grpSp>
          <p:grpSp>
            <p:nvGrpSpPr>
              <p:cNvPr id="6" name="Google Shape;295;p23">
                <a:extLst>
                  <a:ext uri="{FF2B5EF4-FFF2-40B4-BE49-F238E27FC236}">
                    <a16:creationId xmlns:a16="http://schemas.microsoft.com/office/drawing/2014/main" id="{DAAF00C5-D7C9-579F-3AD1-296D7CC74708}"/>
                  </a:ext>
                </a:extLst>
              </p:cNvPr>
              <p:cNvGrpSpPr/>
              <p:nvPr/>
            </p:nvGrpSpPr>
            <p:grpSpPr>
              <a:xfrm>
                <a:off x="6679223" y="1947864"/>
                <a:ext cx="3956410" cy="2777787"/>
                <a:chOff x="5742750" y="2283128"/>
                <a:chExt cx="3956410" cy="2777787"/>
              </a:xfrm>
            </p:grpSpPr>
            <p:sp>
              <p:nvSpPr>
                <p:cNvPr id="7" name="Google Shape;296;p23">
                  <a:extLst>
                    <a:ext uri="{FF2B5EF4-FFF2-40B4-BE49-F238E27FC236}">
                      <a16:creationId xmlns:a16="http://schemas.microsoft.com/office/drawing/2014/main" id="{B15ADD05-739F-16E6-88B5-88C0BBB4C5F2}"/>
                    </a:ext>
                  </a:extLst>
                </p:cNvPr>
                <p:cNvSpPr/>
                <p:nvPr/>
              </p:nvSpPr>
              <p:spPr>
                <a:xfrm>
                  <a:off x="5742760" y="2283128"/>
                  <a:ext cx="3956400" cy="2777700"/>
                </a:xfrm>
                <a:prstGeom prst="roundRect">
                  <a:avLst>
                    <a:gd name="adj" fmla="val 3377"/>
                  </a:avLst>
                </a:prstGeom>
                <a:noFill/>
                <a:ln w="19050" cap="flat" cmpd="sng">
                  <a:solidFill>
                    <a:srgbClr val="FFFF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rgbClr val="FFFFFF"/>
                    </a:solidFill>
                    <a:latin typeface="Calibri"/>
                    <a:ea typeface="Calibri"/>
                    <a:cs typeface="Calibri"/>
                    <a:sym typeface="Calibri"/>
                  </a:endParaRPr>
                </a:p>
              </p:txBody>
            </p:sp>
            <p:sp>
              <p:nvSpPr>
                <p:cNvPr id="8" name="Google Shape;297;p23">
                  <a:extLst>
                    <a:ext uri="{FF2B5EF4-FFF2-40B4-BE49-F238E27FC236}">
                      <a16:creationId xmlns:a16="http://schemas.microsoft.com/office/drawing/2014/main" id="{19A59775-74BB-E48B-CFB7-3BC07A3E18B5}"/>
                    </a:ext>
                  </a:extLst>
                </p:cNvPr>
                <p:cNvSpPr/>
                <p:nvPr/>
              </p:nvSpPr>
              <p:spPr>
                <a:xfrm rot="10800000">
                  <a:off x="5742750" y="4752515"/>
                  <a:ext cx="3956400" cy="308400"/>
                </a:xfrm>
                <a:prstGeom prst="round2SameRect">
                  <a:avLst>
                    <a:gd name="adj1" fmla="val 19571"/>
                    <a:gd name="adj2" fmla="val 0"/>
                  </a:avLst>
                </a:prstGeom>
                <a:noFill/>
                <a:ln w="19050" cap="flat" cmpd="sng">
                  <a:solidFill>
                    <a:srgbClr val="FFFF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grpSp>
        </p:grpSp>
        <p:sp>
          <p:nvSpPr>
            <p:cNvPr id="4" name="Google Shape;298;p23">
              <a:extLst>
                <a:ext uri="{FF2B5EF4-FFF2-40B4-BE49-F238E27FC236}">
                  <a16:creationId xmlns:a16="http://schemas.microsoft.com/office/drawing/2014/main" id="{7E23D930-0997-E6B0-532F-659EDEA4F8ED}"/>
                </a:ext>
              </a:extLst>
            </p:cNvPr>
            <p:cNvSpPr/>
            <p:nvPr/>
          </p:nvSpPr>
          <p:spPr>
            <a:xfrm>
              <a:off x="3370018" y="1929853"/>
              <a:ext cx="108000" cy="108000"/>
            </a:xfrm>
            <a:prstGeom prst="ellipse">
              <a:avLst/>
            </a:prstGeom>
            <a:noFill/>
            <a:ln w="19050" cap="flat" cmpd="sng">
              <a:solidFill>
                <a:srgbClr val="FFFF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98">
                                            <p:txEl>
                                              <p:pRg st="0" end="0"/>
                                            </p:txEl>
                                          </p:spTgt>
                                        </p:tgtEl>
                                        <p:attrNameLst>
                                          <p:attrName>style.visibility</p:attrName>
                                        </p:attrNameLst>
                                      </p:cBhvr>
                                      <p:to>
                                        <p:strVal val="visible"/>
                                      </p:to>
                                    </p:set>
                                    <p:animEffect transition="in" filter="fade">
                                      <p:cBhvr>
                                        <p:cTn id="7" dur="1000"/>
                                        <p:tgtEl>
                                          <p:spTgt spid="198">
                                            <p:txEl>
                                              <p:pRg st="0" end="0"/>
                                            </p:txEl>
                                          </p:spTgt>
                                        </p:tgtEl>
                                      </p:cBhvr>
                                    </p:animEffect>
                                    <p:anim calcmode="lin" valueType="num">
                                      <p:cBhvr>
                                        <p:cTn id="8" dur="1000" fill="hold"/>
                                        <p:tgtEl>
                                          <p:spTgt spid="19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9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98">
                                            <p:txEl>
                                              <p:pRg st="1" end="1"/>
                                            </p:txEl>
                                          </p:spTgt>
                                        </p:tgtEl>
                                        <p:attrNameLst>
                                          <p:attrName>style.visibility</p:attrName>
                                        </p:attrNameLst>
                                      </p:cBhvr>
                                      <p:to>
                                        <p:strVal val="visible"/>
                                      </p:to>
                                    </p:set>
                                    <p:animEffect transition="in" filter="fade">
                                      <p:cBhvr>
                                        <p:cTn id="14" dur="1000"/>
                                        <p:tgtEl>
                                          <p:spTgt spid="198">
                                            <p:txEl>
                                              <p:pRg st="1" end="1"/>
                                            </p:txEl>
                                          </p:spTgt>
                                        </p:tgtEl>
                                      </p:cBhvr>
                                    </p:animEffect>
                                    <p:anim calcmode="lin" valueType="num">
                                      <p:cBhvr>
                                        <p:cTn id="15" dur="1000" fill="hold"/>
                                        <p:tgtEl>
                                          <p:spTgt spid="198">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9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98">
                                            <p:txEl>
                                              <p:pRg st="2" end="2"/>
                                            </p:txEl>
                                          </p:spTgt>
                                        </p:tgtEl>
                                        <p:attrNameLst>
                                          <p:attrName>style.visibility</p:attrName>
                                        </p:attrNameLst>
                                      </p:cBhvr>
                                      <p:to>
                                        <p:strVal val="visible"/>
                                      </p:to>
                                    </p:set>
                                    <p:animEffect transition="in" filter="fade">
                                      <p:cBhvr>
                                        <p:cTn id="21" dur="1000"/>
                                        <p:tgtEl>
                                          <p:spTgt spid="198">
                                            <p:txEl>
                                              <p:pRg st="2" end="2"/>
                                            </p:txEl>
                                          </p:spTgt>
                                        </p:tgtEl>
                                      </p:cBhvr>
                                    </p:animEffect>
                                    <p:anim calcmode="lin" valueType="num">
                                      <p:cBhvr>
                                        <p:cTn id="22" dur="1000" fill="hold"/>
                                        <p:tgtEl>
                                          <p:spTgt spid="198">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9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98">
                                            <p:txEl>
                                              <p:pRg st="3" end="3"/>
                                            </p:txEl>
                                          </p:spTgt>
                                        </p:tgtEl>
                                        <p:attrNameLst>
                                          <p:attrName>style.visibility</p:attrName>
                                        </p:attrNameLst>
                                      </p:cBhvr>
                                      <p:to>
                                        <p:strVal val="visible"/>
                                      </p:to>
                                    </p:set>
                                    <p:animEffect transition="in" filter="fade">
                                      <p:cBhvr>
                                        <p:cTn id="28" dur="1000"/>
                                        <p:tgtEl>
                                          <p:spTgt spid="198">
                                            <p:txEl>
                                              <p:pRg st="3" end="3"/>
                                            </p:txEl>
                                          </p:spTgt>
                                        </p:tgtEl>
                                      </p:cBhvr>
                                    </p:animEffect>
                                    <p:anim calcmode="lin" valueType="num">
                                      <p:cBhvr>
                                        <p:cTn id="29" dur="1000" fill="hold"/>
                                        <p:tgtEl>
                                          <p:spTgt spid="198">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98">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13"/>
          <p:cNvSpPr txBox="1">
            <a:spLocks noGrp="1"/>
          </p:cNvSpPr>
          <p:nvPr>
            <p:ph type="title"/>
          </p:nvPr>
        </p:nvSpPr>
        <p:spPr>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4000" b="1" dirty="0"/>
              <a:t>API LÀ GÌ?</a:t>
            </a:r>
            <a:endParaRPr sz="4000" b="1" dirty="0"/>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14"/>
          <p:cNvSpPr txBox="1">
            <a:spLocks noGrp="1"/>
          </p:cNvSpPr>
          <p:nvPr>
            <p:ph type="title"/>
          </p:nvPr>
        </p:nvSpPr>
        <p:spPr>
          <a:xfrm>
            <a:off x="128241" y="526199"/>
            <a:ext cx="55491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b="1" dirty="0"/>
              <a:t>API </a:t>
            </a:r>
            <a:r>
              <a:rPr lang="en-GB" b="1" dirty="0" err="1"/>
              <a:t>là</a:t>
            </a:r>
            <a:r>
              <a:rPr lang="en-GB" b="1" dirty="0"/>
              <a:t>:</a:t>
            </a:r>
            <a:endParaRPr b="1" dirty="0"/>
          </a:p>
        </p:txBody>
      </p:sp>
      <p:sp>
        <p:nvSpPr>
          <p:cNvPr id="209" name="Google Shape;209;p14"/>
          <p:cNvSpPr txBox="1">
            <a:spLocks noGrp="1"/>
          </p:cNvSpPr>
          <p:nvPr>
            <p:ph type="body" idx="1"/>
          </p:nvPr>
        </p:nvSpPr>
        <p:spPr>
          <a:xfrm>
            <a:off x="321921" y="1840813"/>
            <a:ext cx="5549100" cy="2635200"/>
          </a:xfrm>
          <a:prstGeom prst="rect">
            <a:avLst/>
          </a:prstGeom>
        </p:spPr>
        <p:txBody>
          <a:bodyPr spcFirstLastPara="1" wrap="square" lIns="91425" tIns="91425" rIns="91425" bIns="91425" anchor="ctr" anchorCtr="0">
            <a:noAutofit/>
          </a:bodyPr>
          <a:lstStyle/>
          <a:p>
            <a:pPr lvl="0" algn="just"/>
            <a:r>
              <a:rPr lang="en-US" dirty="0"/>
              <a:t>API (Application Programing Interface) </a:t>
            </a:r>
            <a:r>
              <a:rPr lang="en-US" dirty="0" err="1"/>
              <a:t>là</a:t>
            </a:r>
            <a:r>
              <a:rPr lang="en-US" dirty="0"/>
              <a:t> </a:t>
            </a:r>
            <a:r>
              <a:rPr lang="en-US" dirty="0" err="1"/>
              <a:t>giao</a:t>
            </a:r>
            <a:r>
              <a:rPr lang="en-US" dirty="0"/>
              <a:t> </a:t>
            </a:r>
            <a:r>
              <a:rPr lang="en-US" dirty="0" err="1"/>
              <a:t>diện</a:t>
            </a:r>
            <a:r>
              <a:rPr lang="en-US" dirty="0"/>
              <a:t> </a:t>
            </a:r>
            <a:r>
              <a:rPr lang="en-US" dirty="0" err="1"/>
              <a:t>lập</a:t>
            </a:r>
            <a:r>
              <a:rPr lang="en-US" dirty="0"/>
              <a:t> </a:t>
            </a:r>
            <a:r>
              <a:rPr lang="en-US" dirty="0" err="1"/>
              <a:t>trình</a:t>
            </a:r>
            <a:r>
              <a:rPr lang="en-US" dirty="0"/>
              <a:t> </a:t>
            </a:r>
            <a:r>
              <a:rPr lang="en-US" dirty="0" err="1"/>
              <a:t>cho</a:t>
            </a:r>
            <a:r>
              <a:rPr lang="en-US" dirty="0"/>
              <a:t> </a:t>
            </a:r>
            <a:r>
              <a:rPr lang="en-US" dirty="0" err="1"/>
              <a:t>phép</a:t>
            </a:r>
            <a:r>
              <a:rPr lang="en-US" dirty="0"/>
              <a:t> </a:t>
            </a:r>
            <a:r>
              <a:rPr lang="en-US" dirty="0" err="1"/>
              <a:t>các</a:t>
            </a:r>
            <a:r>
              <a:rPr lang="en-US" dirty="0"/>
              <a:t> </a:t>
            </a:r>
            <a:r>
              <a:rPr lang="en-US" dirty="0" err="1"/>
              <a:t>hệ</a:t>
            </a:r>
            <a:r>
              <a:rPr lang="en-US" dirty="0"/>
              <a:t> </a:t>
            </a:r>
            <a:r>
              <a:rPr lang="en-US" dirty="0" err="1"/>
              <a:t>thống</a:t>
            </a:r>
            <a:r>
              <a:rPr lang="en-US" dirty="0"/>
              <a:t> </a:t>
            </a:r>
            <a:r>
              <a:rPr lang="en-US" dirty="0" err="1"/>
              <a:t>giao</a:t>
            </a:r>
            <a:r>
              <a:rPr lang="en-US" dirty="0"/>
              <a:t> </a:t>
            </a:r>
            <a:r>
              <a:rPr lang="en-US" dirty="0" err="1"/>
              <a:t>tiếp</a:t>
            </a:r>
            <a:r>
              <a:rPr lang="en-US" dirty="0"/>
              <a:t> </a:t>
            </a:r>
            <a:r>
              <a:rPr lang="en-US" dirty="0" err="1"/>
              <a:t>với</a:t>
            </a:r>
            <a:r>
              <a:rPr lang="en-US" dirty="0"/>
              <a:t> </a:t>
            </a:r>
            <a:r>
              <a:rPr lang="en-US" dirty="0" err="1"/>
              <a:t>nhau</a:t>
            </a:r>
            <a:r>
              <a:rPr lang="en-US" dirty="0"/>
              <a:t>.</a:t>
            </a:r>
          </a:p>
          <a:p>
            <a:pPr lvl="0" algn="just"/>
            <a:r>
              <a:rPr lang="en-US" dirty="0" err="1"/>
              <a:t>Ví</a:t>
            </a:r>
            <a:r>
              <a:rPr lang="en-US" dirty="0"/>
              <a:t> </a:t>
            </a:r>
            <a:r>
              <a:rPr lang="en-US" dirty="0" err="1"/>
              <a:t>dụ</a:t>
            </a:r>
            <a:r>
              <a:rPr lang="en-US" dirty="0"/>
              <a:t>: Website </a:t>
            </a:r>
            <a:r>
              <a:rPr lang="en-US" dirty="0" err="1"/>
              <a:t>bán</a:t>
            </a:r>
            <a:r>
              <a:rPr lang="en-US" dirty="0"/>
              <a:t> </a:t>
            </a:r>
            <a:r>
              <a:rPr lang="en-US" dirty="0" err="1"/>
              <a:t>hàng</a:t>
            </a:r>
            <a:r>
              <a:rPr lang="en-US" dirty="0"/>
              <a:t> </a:t>
            </a:r>
            <a:r>
              <a:rPr lang="en-US" dirty="0" err="1"/>
              <a:t>cần</a:t>
            </a:r>
            <a:r>
              <a:rPr lang="en-US" dirty="0"/>
              <a:t> </a:t>
            </a:r>
            <a:r>
              <a:rPr lang="en-US" dirty="0" err="1"/>
              <a:t>thanh</a:t>
            </a:r>
            <a:r>
              <a:rPr lang="en-US" dirty="0"/>
              <a:t> </a:t>
            </a:r>
            <a:r>
              <a:rPr lang="en-US" dirty="0" err="1"/>
              <a:t>toán</a:t>
            </a:r>
            <a:r>
              <a:rPr lang="en-US" dirty="0"/>
              <a:t> -&gt; </a:t>
            </a:r>
            <a:r>
              <a:rPr lang="en-US" dirty="0" err="1"/>
              <a:t>gọi</a:t>
            </a:r>
            <a:r>
              <a:rPr lang="en-US" dirty="0"/>
              <a:t> API </a:t>
            </a:r>
            <a:r>
              <a:rPr lang="en-US" dirty="0" err="1"/>
              <a:t>của</a:t>
            </a:r>
            <a:r>
              <a:rPr lang="en-US" dirty="0"/>
              <a:t> </a:t>
            </a:r>
            <a:r>
              <a:rPr lang="en-US" dirty="0" err="1"/>
              <a:t>cổng</a:t>
            </a:r>
            <a:r>
              <a:rPr lang="en-US" dirty="0"/>
              <a:t> </a:t>
            </a:r>
            <a:r>
              <a:rPr lang="en-US" dirty="0" err="1"/>
              <a:t>thanh</a:t>
            </a:r>
            <a:r>
              <a:rPr lang="en-US" dirty="0"/>
              <a:t> </a:t>
            </a:r>
            <a:r>
              <a:rPr lang="en-US" dirty="0" err="1"/>
              <a:t>toán</a:t>
            </a:r>
            <a:r>
              <a:rPr lang="en-US" dirty="0"/>
              <a:t> (</a:t>
            </a:r>
            <a:r>
              <a:rPr lang="en-US" dirty="0" err="1"/>
              <a:t>luồng</a:t>
            </a:r>
            <a:r>
              <a:rPr lang="en-US" dirty="0"/>
              <a:t> </a:t>
            </a:r>
            <a:r>
              <a:rPr lang="en-US" dirty="0" err="1"/>
              <a:t>hoạt</a:t>
            </a:r>
            <a:r>
              <a:rPr lang="en-US" dirty="0"/>
              <a:t> </a:t>
            </a:r>
            <a:r>
              <a:rPr lang="en-US" dirty="0" err="1"/>
              <a:t>động</a:t>
            </a:r>
            <a:r>
              <a:rPr lang="en-US" dirty="0"/>
              <a:t>: Website -&gt; API </a:t>
            </a:r>
            <a:r>
              <a:rPr lang="en-US" dirty="0" err="1"/>
              <a:t>thanh</a:t>
            </a:r>
            <a:r>
              <a:rPr lang="en-US" dirty="0"/>
              <a:t> </a:t>
            </a:r>
            <a:r>
              <a:rPr lang="en-US" dirty="0" err="1"/>
              <a:t>toán</a:t>
            </a:r>
            <a:r>
              <a:rPr lang="en-US" dirty="0"/>
              <a:t> -&gt; Ngân </a:t>
            </a:r>
            <a:r>
              <a:rPr lang="en-US" dirty="0" err="1"/>
              <a:t>hàng</a:t>
            </a:r>
            <a:r>
              <a:rPr lang="en-US" dirty="0"/>
              <a:t> -&gt; </a:t>
            </a:r>
            <a:r>
              <a:rPr lang="en-US" dirty="0" err="1"/>
              <a:t>Kết</a:t>
            </a:r>
            <a:r>
              <a:rPr lang="en-US" dirty="0"/>
              <a:t> </a:t>
            </a:r>
            <a:r>
              <a:rPr lang="en-US" dirty="0" err="1"/>
              <a:t>quả</a:t>
            </a:r>
            <a:r>
              <a:rPr lang="en-US" dirty="0"/>
              <a:t>).</a:t>
            </a:r>
            <a:endParaRPr dirty="0"/>
          </a:p>
        </p:txBody>
      </p:sp>
      <p:pic>
        <p:nvPicPr>
          <p:cNvPr id="10" name="Picture 9">
            <a:extLst>
              <a:ext uri="{FF2B5EF4-FFF2-40B4-BE49-F238E27FC236}">
                <a16:creationId xmlns:a16="http://schemas.microsoft.com/office/drawing/2014/main" id="{61D43716-AE70-885A-3BD3-54F74806F0DF}"/>
              </a:ext>
            </a:extLst>
          </p:cNvPr>
          <p:cNvPicPr>
            <a:picLocks noChangeAspect="1"/>
          </p:cNvPicPr>
          <p:nvPr/>
        </p:nvPicPr>
        <p:blipFill>
          <a:blip r:embed="rId3"/>
          <a:stretch>
            <a:fillRect/>
          </a:stretch>
        </p:blipFill>
        <p:spPr>
          <a:xfrm>
            <a:off x="5363513" y="0"/>
            <a:ext cx="3932457" cy="2272844"/>
          </a:xfrm>
          <a:prstGeom prst="ellipse">
            <a:avLst/>
          </a:prstGeom>
          <a:ln>
            <a:noFill/>
          </a:ln>
          <a:effectLst>
            <a:softEdge rad="112500"/>
          </a:effectLst>
        </p:spPr>
      </p:pic>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15"/>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GB" sz="4000" b="1" dirty="0"/>
              <a:t>Thanh </a:t>
            </a:r>
            <a:r>
              <a:rPr lang="en-GB" sz="4000" b="1" dirty="0" err="1"/>
              <a:t>toán</a:t>
            </a:r>
            <a:r>
              <a:rPr lang="en-GB" sz="4000" b="1" dirty="0"/>
              <a:t> </a:t>
            </a:r>
            <a:r>
              <a:rPr lang="en-GB" sz="4000" b="1" dirty="0" err="1"/>
              <a:t>điện</a:t>
            </a:r>
            <a:r>
              <a:rPr lang="en-GB" sz="4000" b="1" dirty="0"/>
              <a:t> </a:t>
            </a:r>
            <a:r>
              <a:rPr lang="en-GB" sz="4000" b="1" dirty="0" err="1"/>
              <a:t>tử</a:t>
            </a:r>
            <a:r>
              <a:rPr lang="en-GB" sz="4000" b="1" dirty="0"/>
              <a:t> </a:t>
            </a:r>
            <a:r>
              <a:rPr lang="en-GB" sz="4000" b="1" dirty="0" err="1"/>
              <a:t>là</a:t>
            </a:r>
            <a:r>
              <a:rPr lang="en-GB" sz="4000" b="1" dirty="0"/>
              <a:t> </a:t>
            </a:r>
            <a:r>
              <a:rPr lang="en-GB" sz="4000" b="1" dirty="0" err="1"/>
              <a:t>gì</a:t>
            </a:r>
            <a:r>
              <a:rPr lang="en-GB" sz="4000" b="1" dirty="0"/>
              <a:t>?</a:t>
            </a:r>
            <a:endParaRPr sz="4000" b="1" dirty="0"/>
          </a:p>
        </p:txBody>
      </p:sp>
    </p:spTree>
  </p:cSld>
  <p:clrMapOvr>
    <a:masterClrMapping/>
  </p:clrMapOvr>
  <p:transition spd="slow">
    <p:randomBar dir="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7">
          <a:extLst>
            <a:ext uri="{FF2B5EF4-FFF2-40B4-BE49-F238E27FC236}">
              <a16:creationId xmlns:a16="http://schemas.microsoft.com/office/drawing/2014/main" id="{BFB1E3BD-3433-2247-0881-29F38B6C1C05}"/>
            </a:ext>
          </a:extLst>
        </p:cNvPr>
        <p:cNvGrpSpPr/>
        <p:nvPr/>
      </p:nvGrpSpPr>
      <p:grpSpPr>
        <a:xfrm>
          <a:off x="0" y="0"/>
          <a:ext cx="0" cy="0"/>
          <a:chOff x="0" y="0"/>
          <a:chExt cx="0" cy="0"/>
        </a:xfrm>
      </p:grpSpPr>
      <p:sp>
        <p:nvSpPr>
          <p:cNvPr id="208" name="Google Shape;208;p14">
            <a:extLst>
              <a:ext uri="{FF2B5EF4-FFF2-40B4-BE49-F238E27FC236}">
                <a16:creationId xmlns:a16="http://schemas.microsoft.com/office/drawing/2014/main" id="{61D0FD11-CB2D-7887-C77B-4D8FE89410D8}"/>
              </a:ext>
            </a:extLst>
          </p:cNvPr>
          <p:cNvSpPr txBox="1">
            <a:spLocks noGrp="1"/>
          </p:cNvSpPr>
          <p:nvPr>
            <p:ph type="title"/>
          </p:nvPr>
        </p:nvSpPr>
        <p:spPr>
          <a:xfrm>
            <a:off x="221584" y="872746"/>
            <a:ext cx="55491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b="1" dirty="0"/>
              <a:t>Thanh </a:t>
            </a:r>
            <a:r>
              <a:rPr lang="en-GB" b="1" dirty="0" err="1"/>
              <a:t>toán</a:t>
            </a:r>
            <a:r>
              <a:rPr lang="en-GB" b="1" dirty="0"/>
              <a:t> </a:t>
            </a:r>
            <a:r>
              <a:rPr lang="en-GB" b="1" dirty="0" err="1"/>
              <a:t>điện</a:t>
            </a:r>
            <a:r>
              <a:rPr lang="en-GB" b="1" dirty="0"/>
              <a:t> </a:t>
            </a:r>
            <a:r>
              <a:rPr lang="en-GB" b="1" dirty="0" err="1"/>
              <a:t>tử</a:t>
            </a:r>
            <a:r>
              <a:rPr lang="en-GB" b="1" dirty="0"/>
              <a:t> </a:t>
            </a:r>
            <a:r>
              <a:rPr lang="en-GB" b="1" dirty="0" err="1"/>
              <a:t>là</a:t>
            </a:r>
            <a:r>
              <a:rPr lang="en-GB" b="1" dirty="0"/>
              <a:t>:</a:t>
            </a:r>
            <a:endParaRPr b="1" dirty="0"/>
          </a:p>
        </p:txBody>
      </p:sp>
      <p:sp>
        <p:nvSpPr>
          <p:cNvPr id="209" name="Google Shape;209;p14">
            <a:extLst>
              <a:ext uri="{FF2B5EF4-FFF2-40B4-BE49-F238E27FC236}">
                <a16:creationId xmlns:a16="http://schemas.microsoft.com/office/drawing/2014/main" id="{FA9C10CF-944B-518A-A210-5FBFE3A3A9EA}"/>
              </a:ext>
            </a:extLst>
          </p:cNvPr>
          <p:cNvSpPr txBox="1">
            <a:spLocks noGrp="1"/>
          </p:cNvSpPr>
          <p:nvPr>
            <p:ph type="body" idx="1"/>
          </p:nvPr>
        </p:nvSpPr>
        <p:spPr>
          <a:xfrm>
            <a:off x="507259" y="1694169"/>
            <a:ext cx="5549100" cy="2635200"/>
          </a:xfrm>
          <a:prstGeom prst="rect">
            <a:avLst/>
          </a:prstGeom>
        </p:spPr>
        <p:txBody>
          <a:bodyPr spcFirstLastPara="1" wrap="square" lIns="91425" tIns="91425" rIns="91425" bIns="91425" anchor="ctr" anchorCtr="0">
            <a:noAutofit/>
          </a:bodyPr>
          <a:lstStyle/>
          <a:p>
            <a:pPr lvl="0" algn="just"/>
            <a:r>
              <a:rPr lang="en-US" sz="1600" dirty="0"/>
              <a:t>Thanh </a:t>
            </a:r>
            <a:r>
              <a:rPr lang="en-US" sz="1600" dirty="0" err="1"/>
              <a:t>toán</a:t>
            </a:r>
            <a:r>
              <a:rPr lang="en-US" sz="1600" dirty="0"/>
              <a:t> </a:t>
            </a:r>
            <a:r>
              <a:rPr lang="en-US" sz="1600" dirty="0" err="1"/>
              <a:t>điện</a:t>
            </a:r>
            <a:r>
              <a:rPr lang="en-US" sz="1600" dirty="0"/>
              <a:t> </a:t>
            </a:r>
            <a:r>
              <a:rPr lang="en-US" sz="1600" dirty="0" err="1"/>
              <a:t>tử</a:t>
            </a:r>
            <a:r>
              <a:rPr lang="en-US" sz="1600" dirty="0"/>
              <a:t> </a:t>
            </a:r>
            <a:r>
              <a:rPr lang="en-US" sz="1600" dirty="0" err="1"/>
              <a:t>là</a:t>
            </a:r>
            <a:r>
              <a:rPr lang="en-US" sz="1600" dirty="0"/>
              <a:t> </a:t>
            </a:r>
            <a:r>
              <a:rPr lang="en-US" sz="1600" dirty="0" err="1"/>
              <a:t>hình</a:t>
            </a:r>
            <a:r>
              <a:rPr lang="en-US" sz="1600" dirty="0"/>
              <a:t> </a:t>
            </a:r>
            <a:r>
              <a:rPr lang="en-US" sz="1600" dirty="0" err="1"/>
              <a:t>thức</a:t>
            </a:r>
            <a:r>
              <a:rPr lang="en-US" sz="1600" dirty="0"/>
              <a:t> </a:t>
            </a:r>
            <a:r>
              <a:rPr lang="en-US" sz="1600" dirty="0" err="1"/>
              <a:t>thanh</a:t>
            </a:r>
            <a:r>
              <a:rPr lang="en-US" sz="1600" dirty="0"/>
              <a:t> </a:t>
            </a:r>
            <a:r>
              <a:rPr lang="en-US" sz="1600" dirty="0" err="1"/>
              <a:t>toán</a:t>
            </a:r>
            <a:r>
              <a:rPr lang="en-US" sz="1600" dirty="0"/>
              <a:t> </a:t>
            </a:r>
            <a:r>
              <a:rPr lang="en-US" sz="1600" dirty="0" err="1"/>
              <a:t>thông</a:t>
            </a:r>
            <a:r>
              <a:rPr lang="en-US" sz="1600" dirty="0"/>
              <a:t> qua Internet </a:t>
            </a:r>
            <a:r>
              <a:rPr lang="en-US" sz="1600" dirty="0" err="1"/>
              <a:t>hoặc</a:t>
            </a:r>
            <a:r>
              <a:rPr lang="en-US" sz="1600" dirty="0"/>
              <a:t> </a:t>
            </a:r>
            <a:r>
              <a:rPr lang="en-US" sz="1600" dirty="0" err="1"/>
              <a:t>thiết</a:t>
            </a:r>
            <a:r>
              <a:rPr lang="en-US" sz="1600" dirty="0"/>
              <a:t> </a:t>
            </a:r>
            <a:r>
              <a:rPr lang="en-US" sz="1600" dirty="0" err="1"/>
              <a:t>bị</a:t>
            </a:r>
            <a:r>
              <a:rPr lang="en-US" sz="1600" dirty="0"/>
              <a:t> </a:t>
            </a:r>
            <a:r>
              <a:rPr lang="en-US" sz="1600" dirty="0" err="1"/>
              <a:t>điện</a:t>
            </a:r>
            <a:r>
              <a:rPr lang="en-US" sz="1600" dirty="0"/>
              <a:t> </a:t>
            </a:r>
            <a:r>
              <a:rPr lang="en-US" sz="1600" dirty="0" err="1"/>
              <a:t>tử</a:t>
            </a:r>
            <a:r>
              <a:rPr lang="en-US" sz="1600" dirty="0"/>
              <a:t> </a:t>
            </a:r>
            <a:r>
              <a:rPr lang="en-US" sz="1600" dirty="0" err="1"/>
              <a:t>mà</a:t>
            </a:r>
            <a:r>
              <a:rPr lang="en-US" sz="1600" dirty="0"/>
              <a:t> </a:t>
            </a:r>
            <a:r>
              <a:rPr lang="en-US" sz="1600" dirty="0" err="1"/>
              <a:t>không</a:t>
            </a:r>
            <a:r>
              <a:rPr lang="en-US" sz="1600" dirty="0"/>
              <a:t> </a:t>
            </a:r>
            <a:r>
              <a:rPr lang="en-US" sz="1600" dirty="0" err="1"/>
              <a:t>cần</a:t>
            </a:r>
            <a:r>
              <a:rPr lang="en-US" sz="1600" dirty="0"/>
              <a:t> </a:t>
            </a:r>
            <a:r>
              <a:rPr lang="en-US" sz="1600" dirty="0" err="1"/>
              <a:t>dùng</a:t>
            </a:r>
            <a:r>
              <a:rPr lang="en-US" sz="1600" dirty="0"/>
              <a:t> </a:t>
            </a:r>
            <a:r>
              <a:rPr lang="en-US" sz="1600" dirty="0" err="1"/>
              <a:t>tiền</a:t>
            </a:r>
            <a:r>
              <a:rPr lang="en-US" sz="1600" dirty="0"/>
              <a:t> </a:t>
            </a:r>
            <a:r>
              <a:rPr lang="en-US" sz="1600" dirty="0" err="1"/>
              <a:t>mặt</a:t>
            </a:r>
            <a:r>
              <a:rPr lang="en-US" sz="1600" dirty="0"/>
              <a:t>. </a:t>
            </a:r>
          </a:p>
          <a:p>
            <a:pPr lvl="0" algn="just"/>
            <a:r>
              <a:rPr lang="en-US" sz="1600" dirty="0" err="1"/>
              <a:t>Ví</a:t>
            </a:r>
            <a:r>
              <a:rPr lang="en-US" sz="1600" dirty="0"/>
              <a:t> </a:t>
            </a:r>
            <a:r>
              <a:rPr lang="en-US" sz="1600" dirty="0" err="1"/>
              <a:t>dụ</a:t>
            </a:r>
            <a:r>
              <a:rPr lang="en-US" sz="1600" dirty="0"/>
              <a:t>: </a:t>
            </a:r>
          </a:p>
          <a:p>
            <a:pPr lvl="1" algn="just"/>
            <a:r>
              <a:rPr lang="en-US" sz="1600" dirty="0" err="1"/>
              <a:t>Ví</a:t>
            </a:r>
            <a:r>
              <a:rPr lang="en-US" sz="1600" dirty="0"/>
              <a:t> </a:t>
            </a:r>
            <a:r>
              <a:rPr lang="en-US" sz="1600" dirty="0" err="1"/>
              <a:t>điện</a:t>
            </a:r>
            <a:r>
              <a:rPr lang="en-US" sz="1600" dirty="0"/>
              <a:t> </a:t>
            </a:r>
            <a:r>
              <a:rPr lang="en-US" sz="1600" dirty="0" err="1"/>
              <a:t>tử</a:t>
            </a:r>
            <a:r>
              <a:rPr lang="en-US" sz="1600" dirty="0"/>
              <a:t>.</a:t>
            </a:r>
          </a:p>
          <a:p>
            <a:pPr lvl="1" algn="just"/>
            <a:r>
              <a:rPr lang="en-US" sz="1600" dirty="0" err="1"/>
              <a:t>Thẻ</a:t>
            </a:r>
            <a:r>
              <a:rPr lang="en-US" sz="1600" dirty="0"/>
              <a:t> </a:t>
            </a:r>
            <a:r>
              <a:rPr lang="en-US" sz="1600" dirty="0" err="1"/>
              <a:t>ngân</a:t>
            </a:r>
            <a:r>
              <a:rPr lang="en-US" sz="1600" dirty="0"/>
              <a:t> </a:t>
            </a:r>
            <a:r>
              <a:rPr lang="en-US" sz="1600" dirty="0" err="1"/>
              <a:t>hàng</a:t>
            </a:r>
            <a:r>
              <a:rPr lang="en-US" sz="1600" dirty="0"/>
              <a:t>.</a:t>
            </a:r>
          </a:p>
          <a:p>
            <a:pPr lvl="1" algn="just"/>
            <a:r>
              <a:rPr lang="en-US" sz="1600" dirty="0"/>
              <a:t>Banking, QR Code.</a:t>
            </a:r>
            <a:endParaRPr sz="1600" dirty="0"/>
          </a:p>
        </p:txBody>
      </p:sp>
      <p:pic>
        <p:nvPicPr>
          <p:cNvPr id="8" name="Picture 7">
            <a:extLst>
              <a:ext uri="{FF2B5EF4-FFF2-40B4-BE49-F238E27FC236}">
                <a16:creationId xmlns:a16="http://schemas.microsoft.com/office/drawing/2014/main" id="{5BAEE57D-E23D-6496-BEA1-E91800FCC02B}"/>
              </a:ext>
            </a:extLst>
          </p:cNvPr>
          <p:cNvPicPr>
            <a:picLocks noChangeAspect="1"/>
          </p:cNvPicPr>
          <p:nvPr/>
        </p:nvPicPr>
        <p:blipFill>
          <a:blip r:embed="rId3">
            <a:alphaModFix/>
          </a:blip>
          <a:stretch>
            <a:fillRect/>
          </a:stretch>
        </p:blipFill>
        <p:spPr>
          <a:xfrm>
            <a:off x="5641125" y="0"/>
            <a:ext cx="3502875" cy="1932922"/>
          </a:xfrm>
          <a:prstGeom prst="teardrop">
            <a:avLst/>
          </a:prstGeom>
          <a:ln>
            <a:solidFill>
              <a:schemeClr val="tx1">
                <a:lumMod val="95000"/>
                <a:lumOff val="5000"/>
              </a:schemeClr>
            </a:solidFill>
          </a:ln>
        </p:spPr>
      </p:pic>
    </p:spTree>
    <p:extLst>
      <p:ext uri="{BB962C8B-B14F-4D97-AF65-F5344CB8AC3E}">
        <p14:creationId xmlns:p14="http://schemas.microsoft.com/office/powerpoint/2010/main" val="128571914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09">
                                            <p:txEl>
                                              <p:pRg st="0" end="0"/>
                                            </p:txEl>
                                          </p:spTgt>
                                        </p:tgtEl>
                                        <p:attrNameLst>
                                          <p:attrName>style.visibility</p:attrName>
                                        </p:attrNameLst>
                                      </p:cBhvr>
                                      <p:to>
                                        <p:strVal val="visible"/>
                                      </p:to>
                                    </p:set>
                                    <p:animEffect transition="in" filter="fade">
                                      <p:cBhvr>
                                        <p:cTn id="7" dur="1000"/>
                                        <p:tgtEl>
                                          <p:spTgt spid="209">
                                            <p:txEl>
                                              <p:pRg st="0" end="0"/>
                                            </p:txEl>
                                          </p:spTgt>
                                        </p:tgtEl>
                                      </p:cBhvr>
                                    </p:animEffect>
                                    <p:anim calcmode="lin" valueType="num">
                                      <p:cBhvr>
                                        <p:cTn id="8" dur="1000" fill="hold"/>
                                        <p:tgtEl>
                                          <p:spTgt spid="20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0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grpId="0" nodeType="clickEffect">
                                  <p:stCondLst>
                                    <p:cond delay="0"/>
                                  </p:stCondLst>
                                  <p:childTnLst>
                                    <p:set>
                                      <p:cBhvr>
                                        <p:cTn id="13" dur="1" fill="hold">
                                          <p:stCondLst>
                                            <p:cond delay="0"/>
                                          </p:stCondLst>
                                        </p:cTn>
                                        <p:tgtEl>
                                          <p:spTgt spid="209">
                                            <p:txEl>
                                              <p:pRg st="1" end="1"/>
                                            </p:txEl>
                                          </p:spTgt>
                                        </p:tgtEl>
                                        <p:attrNameLst>
                                          <p:attrName>style.visibility</p:attrName>
                                        </p:attrNameLst>
                                      </p:cBhvr>
                                      <p:to>
                                        <p:strVal val="visible"/>
                                      </p:to>
                                    </p:set>
                                    <p:animEffect transition="in" filter="circle(in)">
                                      <p:cBhvr>
                                        <p:cTn id="14" dur="2000"/>
                                        <p:tgtEl>
                                          <p:spTgt spid="209">
                                            <p:txEl>
                                              <p:pRg st="1" end="1"/>
                                            </p:txEl>
                                          </p:spTgt>
                                        </p:tgtEl>
                                      </p:cBhvr>
                                    </p:animEffect>
                                  </p:childTnLst>
                                </p:cTn>
                              </p:par>
                              <p:par>
                                <p:cTn id="15" presetID="6" presetClass="entr" presetSubtype="16" fill="hold" grpId="0" nodeType="withEffect">
                                  <p:stCondLst>
                                    <p:cond delay="0"/>
                                  </p:stCondLst>
                                  <p:childTnLst>
                                    <p:set>
                                      <p:cBhvr>
                                        <p:cTn id="16" dur="1" fill="hold">
                                          <p:stCondLst>
                                            <p:cond delay="0"/>
                                          </p:stCondLst>
                                        </p:cTn>
                                        <p:tgtEl>
                                          <p:spTgt spid="209">
                                            <p:txEl>
                                              <p:pRg st="2" end="2"/>
                                            </p:txEl>
                                          </p:spTgt>
                                        </p:tgtEl>
                                        <p:attrNameLst>
                                          <p:attrName>style.visibility</p:attrName>
                                        </p:attrNameLst>
                                      </p:cBhvr>
                                      <p:to>
                                        <p:strVal val="visible"/>
                                      </p:to>
                                    </p:set>
                                    <p:animEffect transition="in" filter="circle(in)">
                                      <p:cBhvr>
                                        <p:cTn id="17" dur="2000"/>
                                        <p:tgtEl>
                                          <p:spTgt spid="209">
                                            <p:txEl>
                                              <p:pRg st="2" end="2"/>
                                            </p:txEl>
                                          </p:spTgt>
                                        </p:tgtEl>
                                      </p:cBhvr>
                                    </p:animEffect>
                                  </p:childTnLst>
                                </p:cTn>
                              </p:par>
                              <p:par>
                                <p:cTn id="18" presetID="6" presetClass="entr" presetSubtype="16" fill="hold" grpId="0" nodeType="withEffect">
                                  <p:stCondLst>
                                    <p:cond delay="0"/>
                                  </p:stCondLst>
                                  <p:childTnLst>
                                    <p:set>
                                      <p:cBhvr>
                                        <p:cTn id="19" dur="1" fill="hold">
                                          <p:stCondLst>
                                            <p:cond delay="0"/>
                                          </p:stCondLst>
                                        </p:cTn>
                                        <p:tgtEl>
                                          <p:spTgt spid="209">
                                            <p:txEl>
                                              <p:pRg st="3" end="3"/>
                                            </p:txEl>
                                          </p:spTgt>
                                        </p:tgtEl>
                                        <p:attrNameLst>
                                          <p:attrName>style.visibility</p:attrName>
                                        </p:attrNameLst>
                                      </p:cBhvr>
                                      <p:to>
                                        <p:strVal val="visible"/>
                                      </p:to>
                                    </p:set>
                                    <p:animEffect transition="in" filter="circle(in)">
                                      <p:cBhvr>
                                        <p:cTn id="20" dur="2000"/>
                                        <p:tgtEl>
                                          <p:spTgt spid="209">
                                            <p:txEl>
                                              <p:pRg st="3" end="3"/>
                                            </p:txEl>
                                          </p:spTgt>
                                        </p:tgtEl>
                                      </p:cBhvr>
                                    </p:animEffect>
                                  </p:childTnLst>
                                </p:cTn>
                              </p:par>
                              <p:par>
                                <p:cTn id="21" presetID="6" presetClass="entr" presetSubtype="16" fill="hold" grpId="0" nodeType="withEffect">
                                  <p:stCondLst>
                                    <p:cond delay="0"/>
                                  </p:stCondLst>
                                  <p:childTnLst>
                                    <p:set>
                                      <p:cBhvr>
                                        <p:cTn id="22" dur="1" fill="hold">
                                          <p:stCondLst>
                                            <p:cond delay="0"/>
                                          </p:stCondLst>
                                        </p:cTn>
                                        <p:tgtEl>
                                          <p:spTgt spid="209">
                                            <p:txEl>
                                              <p:pRg st="4" end="4"/>
                                            </p:txEl>
                                          </p:spTgt>
                                        </p:tgtEl>
                                        <p:attrNameLst>
                                          <p:attrName>style.visibility</p:attrName>
                                        </p:attrNameLst>
                                      </p:cBhvr>
                                      <p:to>
                                        <p:strVal val="visible"/>
                                      </p:to>
                                    </p:set>
                                    <p:animEffect transition="in" filter="circle(in)">
                                      <p:cBhvr>
                                        <p:cTn id="23" dur="2000"/>
                                        <p:tgtEl>
                                          <p:spTgt spid="20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3">
          <a:extLst>
            <a:ext uri="{FF2B5EF4-FFF2-40B4-BE49-F238E27FC236}">
              <a16:creationId xmlns:a16="http://schemas.microsoft.com/office/drawing/2014/main" id="{F673F160-60C1-9F93-A5F5-6C4FA2560B93}"/>
            </a:ext>
          </a:extLst>
        </p:cNvPr>
        <p:cNvGrpSpPr/>
        <p:nvPr/>
      </p:nvGrpSpPr>
      <p:grpSpPr>
        <a:xfrm>
          <a:off x="0" y="0"/>
          <a:ext cx="0" cy="0"/>
          <a:chOff x="0" y="0"/>
          <a:chExt cx="0" cy="0"/>
        </a:xfrm>
      </p:grpSpPr>
      <p:sp>
        <p:nvSpPr>
          <p:cNvPr id="214" name="Google Shape;214;p15">
            <a:extLst>
              <a:ext uri="{FF2B5EF4-FFF2-40B4-BE49-F238E27FC236}">
                <a16:creationId xmlns:a16="http://schemas.microsoft.com/office/drawing/2014/main" id="{2185E928-F919-B03D-06CD-C0B7BE56C7C4}"/>
              </a:ext>
            </a:extLst>
          </p:cNvPr>
          <p:cNvSpPr txBox="1">
            <a:spLocks noGrp="1"/>
          </p:cNvSpPr>
          <p:nvPr>
            <p:ph type="title"/>
          </p:nvPr>
        </p:nvSpPr>
        <p:spPr>
          <a:xfrm>
            <a:off x="0" y="1993687"/>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GB" sz="4000" b="1" dirty="0"/>
              <a:t>API CỦA THANH TOÁN ĐIỆN TỬ</a:t>
            </a:r>
            <a:endParaRPr sz="4000" b="1" dirty="0"/>
          </a:p>
        </p:txBody>
      </p:sp>
      <p:pic>
        <p:nvPicPr>
          <p:cNvPr id="2050" name="Picture 2" descr="API là gì? Khám phá cách hoạt động của giao diện lập trình ứng dụng">
            <a:extLst>
              <a:ext uri="{FF2B5EF4-FFF2-40B4-BE49-F238E27FC236}">
                <a16:creationId xmlns:a16="http://schemas.microsoft.com/office/drawing/2014/main" id="{AF930CD7-A7E6-EE9D-4FC2-648654CA94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897980"/>
            <a:ext cx="3661727" cy="2245519"/>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2052" name="Picture 4" descr="API là gì? Những tính năng và tầm quan trọng của API">
            <a:extLst>
              <a:ext uri="{FF2B5EF4-FFF2-40B4-BE49-F238E27FC236}">
                <a16:creationId xmlns:a16="http://schemas.microsoft.com/office/drawing/2014/main" id="{259B57D7-0E04-8DB0-6F53-3416554997A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00637" y="-71439"/>
            <a:ext cx="3957638" cy="2147887"/>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45613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lvl="0"/>
            <a:r>
              <a:rPr lang="en-GB" b="1" dirty="0"/>
              <a:t>API </a:t>
            </a:r>
            <a:r>
              <a:rPr lang="en-GB" b="1" dirty="0" err="1"/>
              <a:t>của</a:t>
            </a:r>
            <a:r>
              <a:rPr lang="en-GB" b="1" dirty="0"/>
              <a:t> </a:t>
            </a:r>
            <a:r>
              <a:rPr lang="en-GB" b="1" dirty="0" err="1"/>
              <a:t>thanh</a:t>
            </a:r>
            <a:r>
              <a:rPr lang="en-GB" b="1" dirty="0"/>
              <a:t> </a:t>
            </a:r>
            <a:r>
              <a:rPr lang="en-GB" b="1" dirty="0" err="1"/>
              <a:t>toán</a:t>
            </a:r>
            <a:r>
              <a:rPr lang="en-GB" b="1" dirty="0"/>
              <a:t> </a:t>
            </a:r>
            <a:r>
              <a:rPr lang="en-GB" b="1" dirty="0" err="1"/>
              <a:t>điện</a:t>
            </a:r>
            <a:r>
              <a:rPr lang="en-GB" b="1" dirty="0"/>
              <a:t> </a:t>
            </a:r>
            <a:r>
              <a:rPr lang="en-GB" b="1" dirty="0" err="1"/>
              <a:t>tử</a:t>
            </a:r>
            <a:r>
              <a:rPr lang="en-GB" b="1" dirty="0"/>
              <a:t>:</a:t>
            </a:r>
            <a:endParaRPr b="1" dirty="0"/>
          </a:p>
        </p:txBody>
      </p:sp>
      <p:sp>
        <p:nvSpPr>
          <p:cNvPr id="226" name="Google Shape;226;p17"/>
          <p:cNvSpPr txBox="1">
            <a:spLocks noGrp="1"/>
          </p:cNvSpPr>
          <p:nvPr>
            <p:ph type="body" idx="1"/>
          </p:nvPr>
        </p:nvSpPr>
        <p:spPr>
          <a:xfrm>
            <a:off x="4267714" y="1540798"/>
            <a:ext cx="3909848" cy="2268346"/>
          </a:xfrm>
          <a:prstGeom prst="rect">
            <a:avLst/>
          </a:prstGeom>
        </p:spPr>
        <p:txBody>
          <a:bodyPr spcFirstLastPara="1" wrap="square" lIns="91425" tIns="91425" rIns="91425" bIns="91425" anchor="ctr" anchorCtr="0">
            <a:noAutofit/>
          </a:bodyPr>
          <a:lstStyle/>
          <a:p>
            <a:pPr lvl="0" algn="just"/>
            <a:r>
              <a:rPr lang="en-US" sz="1600" dirty="0"/>
              <a:t>Các </a:t>
            </a:r>
            <a:r>
              <a:rPr lang="en-US" sz="1600" dirty="0" err="1"/>
              <a:t>hình</a:t>
            </a:r>
            <a:r>
              <a:rPr lang="en-US" sz="1600" dirty="0"/>
              <a:t> </a:t>
            </a:r>
            <a:r>
              <a:rPr lang="en-US" sz="1600" dirty="0" err="1"/>
              <a:t>thức</a:t>
            </a:r>
            <a:r>
              <a:rPr lang="en-US" sz="1600" dirty="0"/>
              <a:t> </a:t>
            </a:r>
            <a:r>
              <a:rPr lang="en-US" sz="1600" dirty="0" err="1"/>
              <a:t>phổ</a:t>
            </a:r>
            <a:r>
              <a:rPr lang="en-US" sz="1600" dirty="0"/>
              <a:t> </a:t>
            </a:r>
            <a:r>
              <a:rPr lang="en-US" sz="1600" dirty="0" err="1"/>
              <a:t>biến</a:t>
            </a:r>
            <a:r>
              <a:rPr lang="en-US" sz="1600" dirty="0"/>
              <a:t> </a:t>
            </a:r>
            <a:r>
              <a:rPr lang="en-US" sz="1600" dirty="0" err="1"/>
              <a:t>hiện</a:t>
            </a:r>
            <a:r>
              <a:rPr lang="en-US" sz="1600" dirty="0"/>
              <a:t> nay:</a:t>
            </a:r>
          </a:p>
          <a:p>
            <a:pPr lvl="1" algn="just"/>
            <a:r>
              <a:rPr lang="en-US" sz="1600" dirty="0" err="1"/>
              <a:t>Chuyển</a:t>
            </a:r>
            <a:r>
              <a:rPr lang="en-US" sz="1600" dirty="0"/>
              <a:t> </a:t>
            </a:r>
            <a:r>
              <a:rPr lang="en-US" sz="1600" dirty="0" err="1"/>
              <a:t>hướng</a:t>
            </a:r>
            <a:r>
              <a:rPr lang="en-US" sz="1600" dirty="0"/>
              <a:t> sang </a:t>
            </a:r>
            <a:r>
              <a:rPr lang="en-US" sz="1600" dirty="0" err="1"/>
              <a:t>cổng</a:t>
            </a:r>
            <a:r>
              <a:rPr lang="en-US" sz="1600" dirty="0"/>
              <a:t> </a:t>
            </a:r>
            <a:r>
              <a:rPr lang="en-US" sz="1600" dirty="0" err="1"/>
              <a:t>điện</a:t>
            </a:r>
            <a:r>
              <a:rPr lang="en-US" sz="1600" dirty="0"/>
              <a:t> </a:t>
            </a:r>
            <a:r>
              <a:rPr lang="en-US" sz="1600" dirty="0" err="1"/>
              <a:t>tử</a:t>
            </a:r>
            <a:r>
              <a:rPr lang="en-US" sz="1600" dirty="0"/>
              <a:t> (Momo, </a:t>
            </a:r>
            <a:r>
              <a:rPr lang="en-US" sz="1600" dirty="0" err="1"/>
              <a:t>VNPay</a:t>
            </a:r>
            <a:r>
              <a:rPr lang="en-US" sz="1600" dirty="0"/>
              <a:t>,…) </a:t>
            </a:r>
            <a:r>
              <a:rPr lang="en-US" sz="1600" dirty="0" err="1"/>
              <a:t>thanh</a:t>
            </a:r>
            <a:r>
              <a:rPr lang="en-US" sz="1600" dirty="0"/>
              <a:t> </a:t>
            </a:r>
            <a:r>
              <a:rPr lang="en-US" sz="1600" dirty="0" err="1"/>
              <a:t>toán</a:t>
            </a:r>
            <a:r>
              <a:rPr lang="en-US" sz="1600" dirty="0"/>
              <a:t>.</a:t>
            </a:r>
          </a:p>
          <a:p>
            <a:pPr lvl="1" algn="just"/>
            <a:r>
              <a:rPr lang="en-US" sz="1600" dirty="0"/>
              <a:t>Hiển </a:t>
            </a:r>
            <a:r>
              <a:rPr lang="en-US" sz="1600" dirty="0" err="1"/>
              <a:t>thị</a:t>
            </a:r>
            <a:r>
              <a:rPr lang="en-US" sz="1600" dirty="0"/>
              <a:t> </a:t>
            </a:r>
            <a:r>
              <a:rPr lang="en-US" sz="1600" dirty="0" err="1"/>
              <a:t>mã</a:t>
            </a:r>
            <a:r>
              <a:rPr lang="en-US" sz="1600" dirty="0"/>
              <a:t> QR </a:t>
            </a:r>
            <a:r>
              <a:rPr lang="en-US" sz="1600" dirty="0" err="1"/>
              <a:t>để</a:t>
            </a:r>
            <a:r>
              <a:rPr lang="en-US" sz="1600" dirty="0"/>
              <a:t> </a:t>
            </a:r>
            <a:r>
              <a:rPr lang="en-US" sz="1600" dirty="0" err="1"/>
              <a:t>khách</a:t>
            </a:r>
            <a:r>
              <a:rPr lang="en-US" sz="1600" dirty="0"/>
              <a:t> </a:t>
            </a:r>
            <a:r>
              <a:rPr lang="en-US" sz="1600" dirty="0" err="1"/>
              <a:t>hàng</a:t>
            </a:r>
            <a:r>
              <a:rPr lang="en-US" sz="1600" dirty="0"/>
              <a:t> </a:t>
            </a:r>
            <a:r>
              <a:rPr lang="en-US" sz="1600" dirty="0" err="1"/>
              <a:t>quét</a:t>
            </a:r>
            <a:r>
              <a:rPr lang="en-US" sz="1600" dirty="0"/>
              <a:t> </a:t>
            </a:r>
            <a:r>
              <a:rPr lang="en-US" sz="1600" dirty="0" err="1"/>
              <a:t>trên</a:t>
            </a:r>
            <a:r>
              <a:rPr lang="en-US" sz="1600" dirty="0"/>
              <a:t> </a:t>
            </a:r>
            <a:r>
              <a:rPr lang="en-US" sz="1600" dirty="0" err="1"/>
              <a:t>ứng</a:t>
            </a:r>
            <a:r>
              <a:rPr lang="en-US" sz="1600" dirty="0"/>
              <a:t> </a:t>
            </a:r>
            <a:r>
              <a:rPr lang="en-US" sz="1600" dirty="0" err="1"/>
              <a:t>dụng</a:t>
            </a:r>
            <a:r>
              <a:rPr lang="en-US" sz="1600" dirty="0"/>
              <a:t> Mobile Banking/</a:t>
            </a:r>
            <a:r>
              <a:rPr lang="en-US" sz="1600" dirty="0" err="1"/>
              <a:t>Ví</a:t>
            </a:r>
            <a:r>
              <a:rPr lang="en-US" sz="1600" dirty="0"/>
              <a:t>.</a:t>
            </a:r>
          </a:p>
        </p:txBody>
      </p:sp>
      <p:sp>
        <p:nvSpPr>
          <p:cNvPr id="227" name="Google Shape;227;p17"/>
          <p:cNvSpPr txBox="1">
            <a:spLocks noGrp="1"/>
          </p:cNvSpPr>
          <p:nvPr>
            <p:ph type="body" idx="4294967295"/>
          </p:nvPr>
        </p:nvSpPr>
        <p:spPr>
          <a:xfrm>
            <a:off x="424443" y="1312652"/>
            <a:ext cx="4011825" cy="3210414"/>
          </a:xfrm>
          <a:prstGeom prst="rect">
            <a:avLst/>
          </a:prstGeom>
        </p:spPr>
        <p:txBody>
          <a:bodyPr spcFirstLastPara="1" wrap="square" lIns="91425" tIns="91425" rIns="91425" bIns="91425" anchor="ctr" anchorCtr="0">
            <a:noAutofit/>
          </a:bodyPr>
          <a:lstStyle/>
          <a:p>
            <a:pPr lvl="0" algn="just"/>
            <a:r>
              <a:rPr lang="vi-VN" sz="1600" dirty="0"/>
              <a:t>là bộ công cụ phần mềm trung gian, cho phép website/ứng dụng của doanh nghiệp kết nối trực tiếp với các cổng thanh toán, ngân hàng hoặc ví điện tử để tự động hóa quy trình xử lý giao dịch, xác nhận đơn hàng và bảo mật thông tin tài chính một cách an toàn và nhanh chóng</a:t>
            </a:r>
            <a:endParaRPr lang="en-US" sz="1600" dirty="0"/>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26">
                                            <p:txEl>
                                              <p:pRg st="0" end="0"/>
                                            </p:txEl>
                                          </p:spTgt>
                                        </p:tgtEl>
                                        <p:attrNameLst>
                                          <p:attrName>style.visibility</p:attrName>
                                        </p:attrNameLst>
                                      </p:cBhvr>
                                      <p:to>
                                        <p:strVal val="visible"/>
                                      </p:to>
                                    </p:set>
                                    <p:animEffect transition="in" filter="barn(inVertical)">
                                      <p:cBhvr>
                                        <p:cTn id="7" dur="500"/>
                                        <p:tgtEl>
                                          <p:spTgt spid="226">
                                            <p:txEl>
                                              <p:pRg st="0" end="0"/>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226">
                                            <p:txEl>
                                              <p:pRg st="1" end="1"/>
                                            </p:txEl>
                                          </p:spTgt>
                                        </p:tgtEl>
                                        <p:attrNameLst>
                                          <p:attrName>style.visibility</p:attrName>
                                        </p:attrNameLst>
                                      </p:cBhvr>
                                      <p:to>
                                        <p:strVal val="visible"/>
                                      </p:to>
                                    </p:set>
                                    <p:animEffect transition="in" filter="barn(inVertical)">
                                      <p:cBhvr>
                                        <p:cTn id="10" dur="500"/>
                                        <p:tgtEl>
                                          <p:spTgt spid="226">
                                            <p:txEl>
                                              <p:pRg st="1" end="1"/>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226">
                                            <p:txEl>
                                              <p:pRg st="2" end="2"/>
                                            </p:txEl>
                                          </p:spTgt>
                                        </p:tgtEl>
                                        <p:attrNameLst>
                                          <p:attrName>style.visibility</p:attrName>
                                        </p:attrNameLst>
                                      </p:cBhvr>
                                      <p:to>
                                        <p:strVal val="visible"/>
                                      </p:to>
                                    </p:set>
                                    <p:animEffect transition="in" filter="barn(inVertical)">
                                      <p:cBhvr>
                                        <p:cTn id="13" dur="500"/>
                                        <p:tgtEl>
                                          <p:spTgt spid="22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3">
          <a:extLst>
            <a:ext uri="{FF2B5EF4-FFF2-40B4-BE49-F238E27FC236}">
              <a16:creationId xmlns:a16="http://schemas.microsoft.com/office/drawing/2014/main" id="{2C156B88-C068-DEAF-6D63-4D2DBB683C35}"/>
            </a:ext>
          </a:extLst>
        </p:cNvPr>
        <p:cNvGrpSpPr/>
        <p:nvPr/>
      </p:nvGrpSpPr>
      <p:grpSpPr>
        <a:xfrm>
          <a:off x="0" y="0"/>
          <a:ext cx="0" cy="0"/>
          <a:chOff x="0" y="0"/>
          <a:chExt cx="0" cy="0"/>
        </a:xfrm>
      </p:grpSpPr>
      <p:sp>
        <p:nvSpPr>
          <p:cNvPr id="214" name="Google Shape;214;p15">
            <a:extLst>
              <a:ext uri="{FF2B5EF4-FFF2-40B4-BE49-F238E27FC236}">
                <a16:creationId xmlns:a16="http://schemas.microsoft.com/office/drawing/2014/main" id="{FE138869-36B2-5881-9361-A977D224600A}"/>
              </a:ext>
            </a:extLst>
          </p:cNvPr>
          <p:cNvSpPr txBox="1">
            <a:spLocks noGrp="1"/>
          </p:cNvSpPr>
          <p:nvPr>
            <p:ph type="title"/>
          </p:nvPr>
        </p:nvSpPr>
        <p:spPr>
          <a:xfrm>
            <a:off x="2840587" y="886406"/>
            <a:ext cx="6303413"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GB" sz="4000" b="1" dirty="0"/>
              <a:t>LỢI ÍCH CỦA THANH TOÁN ĐIỆN TỬ</a:t>
            </a:r>
            <a:endParaRPr sz="4000" b="1" dirty="0"/>
          </a:p>
        </p:txBody>
      </p:sp>
      <p:pic>
        <p:nvPicPr>
          <p:cNvPr id="1028" name="Picture 4" descr="kỹ năng mềm hoặc thuộc tính cá nhân để thành công, doanh nhân tự tin với các yếu tố kỹ năng mềm, kết nối, đồng cảm, quản lý thời gian hoặc kỹ năng giao tiếp, giải quyết vấn đề và sáng tạo. - lợi ích hình minh họa hình minh họa sẵn có">
            <a:extLst>
              <a:ext uri="{FF2B5EF4-FFF2-40B4-BE49-F238E27FC236}">
                <a16:creationId xmlns:a16="http://schemas.microsoft.com/office/drawing/2014/main" id="{12DDACC5-613E-EBB1-A77F-510AE85597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063" y="1646074"/>
            <a:ext cx="5246138" cy="3497425"/>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5899631"/>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4">
          <a:extLst>
            <a:ext uri="{FF2B5EF4-FFF2-40B4-BE49-F238E27FC236}">
              <a16:creationId xmlns:a16="http://schemas.microsoft.com/office/drawing/2014/main" id="{006090C6-8A9B-A2C9-B959-D2D2200D6E9E}"/>
            </a:ext>
          </a:extLst>
        </p:cNvPr>
        <p:cNvGrpSpPr/>
        <p:nvPr/>
      </p:nvGrpSpPr>
      <p:grpSpPr>
        <a:xfrm>
          <a:off x="0" y="0"/>
          <a:ext cx="0" cy="0"/>
          <a:chOff x="0" y="0"/>
          <a:chExt cx="0" cy="0"/>
        </a:xfrm>
      </p:grpSpPr>
      <p:sp>
        <p:nvSpPr>
          <p:cNvPr id="225" name="Google Shape;225;p17">
            <a:extLst>
              <a:ext uri="{FF2B5EF4-FFF2-40B4-BE49-F238E27FC236}">
                <a16:creationId xmlns:a16="http://schemas.microsoft.com/office/drawing/2014/main" id="{02A62411-F070-D9C9-A583-71E61EB148DE}"/>
              </a:ext>
            </a:extLst>
          </p:cNvPr>
          <p:cNvSpPr txBox="1">
            <a:spLocks noGrp="1"/>
          </p:cNvSpPr>
          <p:nvPr>
            <p:ph type="title"/>
          </p:nvPr>
        </p:nvSpPr>
        <p:spPr>
          <a:xfrm>
            <a:off x="311700" y="526800"/>
            <a:ext cx="8520600" cy="572700"/>
          </a:xfrm>
          <a:prstGeom prst="rect">
            <a:avLst/>
          </a:prstGeom>
        </p:spPr>
        <p:txBody>
          <a:bodyPr spcFirstLastPara="1" wrap="square" lIns="91425" tIns="91425" rIns="91425" bIns="91425" anchor="t" anchorCtr="0">
            <a:noAutofit/>
          </a:bodyPr>
          <a:lstStyle/>
          <a:p>
            <a:pPr lvl="0"/>
            <a:r>
              <a:rPr lang="en-GB" b="1" dirty="0"/>
              <a:t>LỢI ÍCH:</a:t>
            </a:r>
            <a:endParaRPr b="1" dirty="0"/>
          </a:p>
        </p:txBody>
      </p:sp>
      <p:sp>
        <p:nvSpPr>
          <p:cNvPr id="227" name="Google Shape;227;p17">
            <a:extLst>
              <a:ext uri="{FF2B5EF4-FFF2-40B4-BE49-F238E27FC236}">
                <a16:creationId xmlns:a16="http://schemas.microsoft.com/office/drawing/2014/main" id="{F3F6359D-8F25-D322-7C7F-392E7ED43534}"/>
              </a:ext>
            </a:extLst>
          </p:cNvPr>
          <p:cNvSpPr txBox="1">
            <a:spLocks noGrp="1"/>
          </p:cNvSpPr>
          <p:nvPr>
            <p:ph type="body" idx="4294967295"/>
          </p:nvPr>
        </p:nvSpPr>
        <p:spPr>
          <a:xfrm>
            <a:off x="428740" y="1433517"/>
            <a:ext cx="4201780" cy="3113515"/>
          </a:xfrm>
          <a:prstGeom prst="rect">
            <a:avLst/>
          </a:prstGeom>
        </p:spPr>
        <p:txBody>
          <a:bodyPr spcFirstLastPara="1" wrap="square" lIns="91425" tIns="91425" rIns="91425" bIns="91425" anchor="ctr" anchorCtr="0">
            <a:noAutofit/>
          </a:bodyPr>
          <a:lstStyle/>
          <a:p>
            <a:pPr marL="114300" lvl="0" indent="0" algn="just">
              <a:buNone/>
            </a:pPr>
            <a:r>
              <a:rPr lang="en-US" sz="1600" dirty="0" err="1"/>
              <a:t>Đối</a:t>
            </a:r>
            <a:r>
              <a:rPr lang="en-US" sz="1600" dirty="0"/>
              <a:t> </a:t>
            </a:r>
            <a:r>
              <a:rPr lang="en-US" sz="1600" dirty="0" err="1"/>
              <a:t>với</a:t>
            </a:r>
            <a:r>
              <a:rPr lang="en-US" sz="1600" dirty="0"/>
              <a:t> </a:t>
            </a:r>
            <a:r>
              <a:rPr lang="en-US" sz="1600" dirty="0" err="1"/>
              <a:t>người</a:t>
            </a:r>
            <a:r>
              <a:rPr lang="en-US" sz="1600" dirty="0"/>
              <a:t> </a:t>
            </a:r>
            <a:r>
              <a:rPr lang="en-US" sz="1600" dirty="0" err="1"/>
              <a:t>bán</a:t>
            </a:r>
            <a:r>
              <a:rPr lang="en-US" sz="1600" dirty="0"/>
              <a:t>:</a:t>
            </a:r>
          </a:p>
          <a:p>
            <a:pPr lvl="1" algn="just"/>
            <a:r>
              <a:rPr lang="en-US" sz="1600" dirty="0" err="1"/>
              <a:t>Nhận</a:t>
            </a:r>
            <a:r>
              <a:rPr lang="en-US" sz="1600" dirty="0"/>
              <a:t> </a:t>
            </a:r>
            <a:r>
              <a:rPr lang="en-US" sz="1600" dirty="0" err="1"/>
              <a:t>tiền</a:t>
            </a:r>
            <a:r>
              <a:rPr lang="en-US" sz="1600" dirty="0"/>
              <a:t> </a:t>
            </a:r>
            <a:r>
              <a:rPr lang="en-US" sz="1600" dirty="0" err="1"/>
              <a:t>nhanh</a:t>
            </a:r>
            <a:r>
              <a:rPr lang="en-US" sz="1600" dirty="0"/>
              <a:t>.</a:t>
            </a:r>
          </a:p>
          <a:p>
            <a:pPr lvl="1" algn="just"/>
            <a:r>
              <a:rPr lang="en-US" sz="1600" dirty="0" err="1"/>
              <a:t>Tự</a:t>
            </a:r>
            <a:r>
              <a:rPr lang="en-US" sz="1600" dirty="0"/>
              <a:t> </a:t>
            </a:r>
            <a:r>
              <a:rPr lang="en-US" sz="1600" dirty="0" err="1"/>
              <a:t>động</a:t>
            </a:r>
            <a:r>
              <a:rPr lang="en-US" sz="1600" dirty="0"/>
              <a:t> </a:t>
            </a:r>
            <a:r>
              <a:rPr lang="en-US" sz="1600" dirty="0" err="1"/>
              <a:t>xác</a:t>
            </a:r>
            <a:r>
              <a:rPr lang="en-US" sz="1600" dirty="0"/>
              <a:t> </a:t>
            </a:r>
            <a:r>
              <a:rPr lang="en-US" sz="1600" dirty="0" err="1"/>
              <a:t>nhận</a:t>
            </a:r>
            <a:r>
              <a:rPr lang="en-US" sz="1600" dirty="0"/>
              <a:t> </a:t>
            </a:r>
            <a:r>
              <a:rPr lang="en-US" sz="1600" dirty="0" err="1"/>
              <a:t>đơn</a:t>
            </a:r>
            <a:r>
              <a:rPr lang="en-US" sz="1600" dirty="0"/>
              <a:t> </a:t>
            </a:r>
            <a:r>
              <a:rPr lang="en-US" sz="1600" dirty="0" err="1"/>
              <a:t>hàng</a:t>
            </a:r>
            <a:r>
              <a:rPr lang="en-US" sz="1600" dirty="0"/>
              <a:t>.</a:t>
            </a:r>
          </a:p>
          <a:p>
            <a:pPr lvl="1" algn="just"/>
            <a:r>
              <a:rPr lang="en-US" sz="1600" dirty="0"/>
              <a:t>Quản </a:t>
            </a:r>
            <a:r>
              <a:rPr lang="en-US" sz="1600" dirty="0" err="1"/>
              <a:t>lý</a:t>
            </a:r>
            <a:r>
              <a:rPr lang="en-US" sz="1600" dirty="0"/>
              <a:t> </a:t>
            </a:r>
            <a:r>
              <a:rPr lang="en-US" sz="1600" dirty="0" err="1"/>
              <a:t>giao</a:t>
            </a:r>
            <a:r>
              <a:rPr lang="en-US" sz="1600" dirty="0"/>
              <a:t> </a:t>
            </a:r>
            <a:r>
              <a:rPr lang="en-US" sz="1600" dirty="0" err="1"/>
              <a:t>dịch</a:t>
            </a:r>
            <a:r>
              <a:rPr lang="en-US" sz="1600" dirty="0"/>
              <a:t>.</a:t>
            </a:r>
          </a:p>
          <a:p>
            <a:pPr lvl="1" algn="just"/>
            <a:r>
              <a:rPr lang="en-US" sz="1600" dirty="0" err="1"/>
              <a:t>Mở</a:t>
            </a:r>
            <a:r>
              <a:rPr lang="en-US" sz="1600" dirty="0"/>
              <a:t> </a:t>
            </a:r>
            <a:r>
              <a:rPr lang="en-US" sz="1600" dirty="0" err="1"/>
              <a:t>rộng</a:t>
            </a:r>
            <a:r>
              <a:rPr lang="en-US" sz="1600" dirty="0"/>
              <a:t> </a:t>
            </a:r>
            <a:r>
              <a:rPr lang="en-US" sz="1600" dirty="0" err="1"/>
              <a:t>khách</a:t>
            </a:r>
            <a:r>
              <a:rPr lang="en-US" sz="1600" dirty="0"/>
              <a:t> </a:t>
            </a:r>
            <a:r>
              <a:rPr lang="en-US" sz="1600" dirty="0" err="1"/>
              <a:t>hàng</a:t>
            </a:r>
            <a:r>
              <a:rPr lang="en-US" sz="1600" dirty="0"/>
              <a:t>.</a:t>
            </a:r>
          </a:p>
          <a:p>
            <a:pPr marL="0" lvl="0" indent="0" algn="l" rtl="0">
              <a:spcBef>
                <a:spcPts val="0"/>
              </a:spcBef>
              <a:spcAft>
                <a:spcPts val="1600"/>
              </a:spcAft>
              <a:buClr>
                <a:schemeClr val="dk1"/>
              </a:buClr>
              <a:buFont typeface="Arial"/>
              <a:buNone/>
            </a:pPr>
            <a:endParaRPr sz="1600" dirty="0"/>
          </a:p>
        </p:txBody>
      </p:sp>
      <p:sp>
        <p:nvSpPr>
          <p:cNvPr id="3" name="Text Placeholder 2">
            <a:extLst>
              <a:ext uri="{FF2B5EF4-FFF2-40B4-BE49-F238E27FC236}">
                <a16:creationId xmlns:a16="http://schemas.microsoft.com/office/drawing/2014/main" id="{9F5D326D-766A-05F7-4092-0DEA2B95C2ED}"/>
              </a:ext>
            </a:extLst>
          </p:cNvPr>
          <p:cNvSpPr>
            <a:spLocks noGrp="1"/>
          </p:cNvSpPr>
          <p:nvPr>
            <p:ph type="body" idx="1"/>
          </p:nvPr>
        </p:nvSpPr>
        <p:spPr>
          <a:xfrm>
            <a:off x="4704862" y="1374044"/>
            <a:ext cx="4201780" cy="3416400"/>
          </a:xfrm>
        </p:spPr>
        <p:txBody>
          <a:bodyPr/>
          <a:lstStyle/>
          <a:p>
            <a:pPr marL="114300" lvl="0" indent="0" algn="just">
              <a:buNone/>
            </a:pPr>
            <a:r>
              <a:rPr lang="en-US" sz="1600" dirty="0" err="1"/>
              <a:t>Đối</a:t>
            </a:r>
            <a:r>
              <a:rPr lang="en-US" sz="1600" dirty="0"/>
              <a:t> </a:t>
            </a:r>
            <a:r>
              <a:rPr lang="en-US" sz="1600" dirty="0" err="1"/>
              <a:t>với</a:t>
            </a:r>
            <a:r>
              <a:rPr lang="en-US" sz="1600" dirty="0"/>
              <a:t> </a:t>
            </a:r>
            <a:r>
              <a:rPr lang="en-US" sz="1600" dirty="0" err="1"/>
              <a:t>khách</a:t>
            </a:r>
            <a:r>
              <a:rPr lang="en-US" sz="1600" dirty="0"/>
              <a:t> </a:t>
            </a:r>
            <a:r>
              <a:rPr lang="en-US" sz="1600" dirty="0" err="1"/>
              <a:t>hàng</a:t>
            </a:r>
            <a:r>
              <a:rPr lang="en-US" sz="1600" dirty="0"/>
              <a:t>:</a:t>
            </a:r>
          </a:p>
          <a:p>
            <a:pPr lvl="1" algn="just"/>
            <a:r>
              <a:rPr lang="en-US" sz="1600" dirty="0"/>
              <a:t>Thanh </a:t>
            </a:r>
            <a:r>
              <a:rPr lang="en-US" sz="1600" dirty="0" err="1"/>
              <a:t>toán</a:t>
            </a:r>
            <a:r>
              <a:rPr lang="en-US" sz="1600" dirty="0"/>
              <a:t> </a:t>
            </a:r>
            <a:r>
              <a:rPr lang="en-US" sz="1600" dirty="0" err="1"/>
              <a:t>nhanh</a:t>
            </a:r>
            <a:r>
              <a:rPr lang="en-US" sz="1600" dirty="0"/>
              <a:t>.</a:t>
            </a:r>
          </a:p>
          <a:p>
            <a:pPr lvl="1" algn="just"/>
            <a:r>
              <a:rPr lang="en-US" sz="1600" dirty="0" err="1"/>
              <a:t>Không</a:t>
            </a:r>
            <a:r>
              <a:rPr lang="en-US" sz="1600" dirty="0"/>
              <a:t> </a:t>
            </a:r>
            <a:r>
              <a:rPr lang="en-US" sz="1600" dirty="0" err="1"/>
              <a:t>cần</a:t>
            </a:r>
            <a:r>
              <a:rPr lang="en-US" sz="1600" dirty="0"/>
              <a:t> </a:t>
            </a:r>
            <a:r>
              <a:rPr lang="en-US" sz="1600" dirty="0" err="1"/>
              <a:t>tiền</a:t>
            </a:r>
            <a:r>
              <a:rPr lang="en-US" sz="1600" dirty="0"/>
              <a:t> </a:t>
            </a:r>
            <a:r>
              <a:rPr lang="en-US" sz="1600" dirty="0" err="1"/>
              <a:t>mặt</a:t>
            </a:r>
            <a:r>
              <a:rPr lang="en-US" sz="1600" dirty="0"/>
              <a:t>.</a:t>
            </a:r>
          </a:p>
          <a:p>
            <a:pPr lvl="1" algn="just"/>
            <a:r>
              <a:rPr lang="en-US" sz="1600" dirty="0"/>
              <a:t>Thanh </a:t>
            </a:r>
            <a:r>
              <a:rPr lang="en-US" sz="1600" dirty="0" err="1"/>
              <a:t>toán</a:t>
            </a:r>
            <a:r>
              <a:rPr lang="en-US" sz="1600" dirty="0"/>
              <a:t> </a:t>
            </a:r>
            <a:r>
              <a:rPr lang="en-US" sz="1600" dirty="0" err="1"/>
              <a:t>mọi</a:t>
            </a:r>
            <a:r>
              <a:rPr lang="en-US" sz="1600" dirty="0"/>
              <a:t> </a:t>
            </a:r>
            <a:r>
              <a:rPr lang="en-US" sz="1600" dirty="0" err="1"/>
              <a:t>nơi</a:t>
            </a:r>
            <a:r>
              <a:rPr lang="en-US" sz="1600" dirty="0"/>
              <a:t>, </a:t>
            </a:r>
            <a:r>
              <a:rPr lang="en-US" sz="1600" dirty="0" err="1"/>
              <a:t>mọi</a:t>
            </a:r>
            <a:r>
              <a:rPr lang="en-US" sz="1600" dirty="0"/>
              <a:t> </a:t>
            </a:r>
            <a:r>
              <a:rPr lang="en-US" sz="1600" dirty="0" err="1"/>
              <a:t>lúc</a:t>
            </a:r>
            <a:r>
              <a:rPr lang="en-US" sz="1600" dirty="0"/>
              <a:t>.</a:t>
            </a:r>
          </a:p>
          <a:p>
            <a:pPr lvl="1" algn="just"/>
            <a:r>
              <a:rPr lang="en-US" sz="1600" dirty="0"/>
              <a:t>Bảo </a:t>
            </a:r>
            <a:r>
              <a:rPr lang="en-US" sz="1600" dirty="0" err="1"/>
              <a:t>mật</a:t>
            </a:r>
            <a:r>
              <a:rPr lang="en-US" sz="1600" dirty="0"/>
              <a:t> </a:t>
            </a:r>
            <a:r>
              <a:rPr lang="en-US" sz="1600" dirty="0" err="1"/>
              <a:t>cao</a:t>
            </a:r>
            <a:r>
              <a:rPr lang="en-US" sz="1600" dirty="0"/>
              <a:t>.</a:t>
            </a:r>
          </a:p>
          <a:p>
            <a:pPr lvl="1" algn="just"/>
            <a:r>
              <a:rPr lang="en-US" sz="1600" dirty="0" err="1"/>
              <a:t>Có</a:t>
            </a:r>
            <a:r>
              <a:rPr lang="en-US" sz="1600" dirty="0"/>
              <a:t> </a:t>
            </a:r>
            <a:r>
              <a:rPr lang="en-US" sz="1600" dirty="0" err="1"/>
              <a:t>thể</a:t>
            </a:r>
            <a:r>
              <a:rPr lang="en-US" sz="1600" dirty="0"/>
              <a:t> </a:t>
            </a:r>
            <a:r>
              <a:rPr lang="en-US" sz="1600" dirty="0" err="1"/>
              <a:t>dùng</a:t>
            </a:r>
            <a:r>
              <a:rPr lang="en-US" sz="1600" dirty="0"/>
              <a:t> </a:t>
            </a:r>
            <a:r>
              <a:rPr lang="en-US" sz="1600" dirty="0" err="1"/>
              <a:t>nhiều</a:t>
            </a:r>
            <a:r>
              <a:rPr lang="en-US" sz="1600" dirty="0"/>
              <a:t> </a:t>
            </a:r>
            <a:r>
              <a:rPr lang="en-US" sz="1600" dirty="0" err="1"/>
              <a:t>nguồn</a:t>
            </a:r>
            <a:r>
              <a:rPr lang="en-US" sz="1600" dirty="0"/>
              <a:t> </a:t>
            </a:r>
            <a:r>
              <a:rPr lang="en-US" sz="1600" dirty="0" err="1"/>
              <a:t>tiền</a:t>
            </a:r>
            <a:r>
              <a:rPr lang="en-US" sz="1600" dirty="0"/>
              <a:t> </a:t>
            </a:r>
            <a:r>
              <a:rPr lang="en-US" sz="1600" dirty="0" err="1"/>
              <a:t>trong</a:t>
            </a:r>
            <a:r>
              <a:rPr lang="en-US" sz="1600" dirty="0"/>
              <a:t> </a:t>
            </a:r>
            <a:r>
              <a:rPr lang="en-US" sz="1600" dirty="0" err="1"/>
              <a:t>giao</a:t>
            </a:r>
            <a:r>
              <a:rPr lang="en-US" sz="1600" dirty="0"/>
              <a:t> </a:t>
            </a:r>
            <a:r>
              <a:rPr lang="en-US" sz="1600" dirty="0" err="1"/>
              <a:t>dịch</a:t>
            </a:r>
            <a:endParaRPr lang="en-US" sz="1600" dirty="0"/>
          </a:p>
          <a:p>
            <a:endParaRPr lang="en-US" dirty="0"/>
          </a:p>
        </p:txBody>
      </p:sp>
    </p:spTree>
    <p:extLst>
      <p:ext uri="{BB962C8B-B14F-4D97-AF65-F5344CB8AC3E}">
        <p14:creationId xmlns:p14="http://schemas.microsoft.com/office/powerpoint/2010/main" val="146126156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3">
          <a:extLst>
            <a:ext uri="{FF2B5EF4-FFF2-40B4-BE49-F238E27FC236}">
              <a16:creationId xmlns:a16="http://schemas.microsoft.com/office/drawing/2014/main" id="{AF87A713-C22C-84C0-3B08-15BD6A23742D}"/>
            </a:ext>
          </a:extLst>
        </p:cNvPr>
        <p:cNvGrpSpPr/>
        <p:nvPr/>
      </p:nvGrpSpPr>
      <p:grpSpPr>
        <a:xfrm>
          <a:off x="0" y="0"/>
          <a:ext cx="0" cy="0"/>
          <a:chOff x="0" y="0"/>
          <a:chExt cx="0" cy="0"/>
        </a:xfrm>
      </p:grpSpPr>
      <p:sp>
        <p:nvSpPr>
          <p:cNvPr id="214" name="Google Shape;214;p15">
            <a:extLst>
              <a:ext uri="{FF2B5EF4-FFF2-40B4-BE49-F238E27FC236}">
                <a16:creationId xmlns:a16="http://schemas.microsoft.com/office/drawing/2014/main" id="{5C47DB67-C23B-A93A-2FF9-36D726E8E7C9}"/>
              </a:ext>
            </a:extLst>
          </p:cNvPr>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GB" sz="4000" b="1" dirty="0"/>
              <a:t>CỔNG THANH TOÁN LÀ GÌ?</a:t>
            </a:r>
            <a:endParaRPr sz="4000" b="1" dirty="0"/>
          </a:p>
        </p:txBody>
      </p:sp>
    </p:spTree>
    <p:extLst>
      <p:ext uri="{BB962C8B-B14F-4D97-AF65-F5344CB8AC3E}">
        <p14:creationId xmlns:p14="http://schemas.microsoft.com/office/powerpoint/2010/main" val="434475068"/>
      </p:ext>
    </p:extLst>
  </p:cSld>
  <p:clrMapOvr>
    <a:masterClrMapping/>
  </p:clrMapOvr>
  <p:transition spd="slow">
    <p:randomBar dir="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7">
          <a:extLst>
            <a:ext uri="{FF2B5EF4-FFF2-40B4-BE49-F238E27FC236}">
              <a16:creationId xmlns:a16="http://schemas.microsoft.com/office/drawing/2014/main" id="{F26F5893-0A09-6CCA-6563-E4ACE8AD6974}"/>
            </a:ext>
          </a:extLst>
        </p:cNvPr>
        <p:cNvGrpSpPr/>
        <p:nvPr/>
      </p:nvGrpSpPr>
      <p:grpSpPr>
        <a:xfrm>
          <a:off x="0" y="0"/>
          <a:ext cx="0" cy="0"/>
          <a:chOff x="0" y="0"/>
          <a:chExt cx="0" cy="0"/>
        </a:xfrm>
      </p:grpSpPr>
      <p:sp>
        <p:nvSpPr>
          <p:cNvPr id="208" name="Google Shape;208;p14">
            <a:extLst>
              <a:ext uri="{FF2B5EF4-FFF2-40B4-BE49-F238E27FC236}">
                <a16:creationId xmlns:a16="http://schemas.microsoft.com/office/drawing/2014/main" id="{7F8D4EA7-479A-FF70-2DA7-2C447E9AF41A}"/>
              </a:ext>
            </a:extLst>
          </p:cNvPr>
          <p:cNvSpPr txBox="1">
            <a:spLocks noGrp="1"/>
          </p:cNvSpPr>
          <p:nvPr>
            <p:ph type="title"/>
          </p:nvPr>
        </p:nvSpPr>
        <p:spPr>
          <a:xfrm>
            <a:off x="131608" y="572386"/>
            <a:ext cx="55491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b="1" dirty="0" err="1"/>
              <a:t>Cổng</a:t>
            </a:r>
            <a:r>
              <a:rPr lang="en-GB" b="1" dirty="0"/>
              <a:t> </a:t>
            </a:r>
            <a:r>
              <a:rPr lang="en-GB" b="1" dirty="0" err="1"/>
              <a:t>thanh</a:t>
            </a:r>
            <a:r>
              <a:rPr lang="en-GB" b="1" dirty="0"/>
              <a:t> </a:t>
            </a:r>
            <a:r>
              <a:rPr lang="en-GB" b="1" dirty="0" err="1"/>
              <a:t>toán</a:t>
            </a:r>
            <a:r>
              <a:rPr lang="en-GB" b="1" dirty="0"/>
              <a:t> </a:t>
            </a:r>
            <a:r>
              <a:rPr lang="en-GB" b="1" dirty="0" err="1"/>
              <a:t>là</a:t>
            </a:r>
            <a:r>
              <a:rPr lang="en-GB" b="1" dirty="0"/>
              <a:t>:</a:t>
            </a:r>
            <a:endParaRPr b="1" dirty="0"/>
          </a:p>
        </p:txBody>
      </p:sp>
      <p:sp>
        <p:nvSpPr>
          <p:cNvPr id="209" name="Google Shape;209;p14">
            <a:extLst>
              <a:ext uri="{FF2B5EF4-FFF2-40B4-BE49-F238E27FC236}">
                <a16:creationId xmlns:a16="http://schemas.microsoft.com/office/drawing/2014/main" id="{36B66387-3B55-79CD-9B6F-B80B93FF4921}"/>
              </a:ext>
            </a:extLst>
          </p:cNvPr>
          <p:cNvSpPr txBox="1">
            <a:spLocks noGrp="1"/>
          </p:cNvSpPr>
          <p:nvPr>
            <p:ph type="body" idx="1"/>
          </p:nvPr>
        </p:nvSpPr>
        <p:spPr>
          <a:xfrm>
            <a:off x="243120" y="1649564"/>
            <a:ext cx="5549100" cy="2635200"/>
          </a:xfrm>
          <a:prstGeom prst="rect">
            <a:avLst/>
          </a:prstGeom>
        </p:spPr>
        <p:txBody>
          <a:bodyPr spcFirstLastPara="1" wrap="square" lIns="91425" tIns="91425" rIns="91425" bIns="91425" anchor="ctr" anchorCtr="0">
            <a:noAutofit/>
          </a:bodyPr>
          <a:lstStyle/>
          <a:p>
            <a:pPr lvl="0" algn="just"/>
            <a:r>
              <a:rPr lang="en-US" sz="1600" dirty="0" err="1"/>
              <a:t>Cổng</a:t>
            </a:r>
            <a:r>
              <a:rPr lang="en-US" sz="1600" dirty="0"/>
              <a:t> </a:t>
            </a:r>
            <a:r>
              <a:rPr lang="en-US" sz="1600" dirty="0" err="1"/>
              <a:t>thanh</a:t>
            </a:r>
            <a:r>
              <a:rPr lang="en-US" sz="1600" dirty="0"/>
              <a:t> </a:t>
            </a:r>
            <a:r>
              <a:rPr lang="en-US" sz="1600" dirty="0" err="1"/>
              <a:t>toán</a:t>
            </a:r>
            <a:r>
              <a:rPr lang="en-US" sz="1600" dirty="0"/>
              <a:t> </a:t>
            </a:r>
            <a:r>
              <a:rPr lang="en-US" sz="1600" dirty="0" err="1"/>
              <a:t>là</a:t>
            </a:r>
            <a:r>
              <a:rPr lang="en-US" sz="1600" dirty="0"/>
              <a:t> </a:t>
            </a:r>
            <a:r>
              <a:rPr lang="en-US" sz="1600" dirty="0" err="1"/>
              <a:t>hệ</a:t>
            </a:r>
            <a:r>
              <a:rPr lang="en-US" sz="1600" dirty="0"/>
              <a:t> </a:t>
            </a:r>
            <a:r>
              <a:rPr lang="en-US" sz="1600" dirty="0" err="1"/>
              <a:t>thống</a:t>
            </a:r>
            <a:r>
              <a:rPr lang="en-US" sz="1600" dirty="0"/>
              <a:t> </a:t>
            </a:r>
            <a:r>
              <a:rPr lang="en-US" sz="1600" dirty="0" err="1"/>
              <a:t>trung</a:t>
            </a:r>
            <a:r>
              <a:rPr lang="en-US" sz="1600" dirty="0"/>
              <a:t> </a:t>
            </a:r>
            <a:r>
              <a:rPr lang="en-US" sz="1600" dirty="0" err="1"/>
              <a:t>gian</a:t>
            </a:r>
            <a:r>
              <a:rPr lang="en-US" sz="1600" dirty="0"/>
              <a:t> </a:t>
            </a:r>
            <a:r>
              <a:rPr lang="en-US" sz="1600" dirty="0" err="1"/>
              <a:t>kết</a:t>
            </a:r>
            <a:r>
              <a:rPr lang="en-US" sz="1600" dirty="0"/>
              <a:t> </a:t>
            </a:r>
            <a:r>
              <a:rPr lang="en-US" sz="1600" dirty="0" err="1"/>
              <a:t>nối</a:t>
            </a:r>
            <a:r>
              <a:rPr lang="en-US" sz="1600" dirty="0"/>
              <a:t> website </a:t>
            </a:r>
            <a:r>
              <a:rPr lang="en-US" sz="1600" dirty="0" err="1"/>
              <a:t>bán</a:t>
            </a:r>
            <a:r>
              <a:rPr lang="en-US" sz="1600" dirty="0"/>
              <a:t> </a:t>
            </a:r>
            <a:r>
              <a:rPr lang="en-US" sz="1600" dirty="0" err="1"/>
              <a:t>hàng</a:t>
            </a:r>
            <a:r>
              <a:rPr lang="en-US" sz="1600" dirty="0"/>
              <a:t> </a:t>
            </a:r>
            <a:r>
              <a:rPr lang="en-US" sz="1600" dirty="0" err="1"/>
              <a:t>với</a:t>
            </a:r>
            <a:r>
              <a:rPr lang="en-US" sz="1600" dirty="0"/>
              <a:t> </a:t>
            </a:r>
            <a:r>
              <a:rPr lang="en-US" sz="1600" dirty="0" err="1"/>
              <a:t>ngân</a:t>
            </a:r>
            <a:r>
              <a:rPr lang="en-US" sz="1600" dirty="0"/>
              <a:t> </a:t>
            </a:r>
            <a:r>
              <a:rPr lang="en-US" sz="1600" dirty="0" err="1"/>
              <a:t>hàng</a:t>
            </a:r>
            <a:r>
              <a:rPr lang="en-US" sz="1600" dirty="0"/>
              <a:t> </a:t>
            </a:r>
            <a:r>
              <a:rPr lang="en-US" sz="1600" dirty="0" err="1"/>
              <a:t>hoặc</a:t>
            </a:r>
            <a:r>
              <a:rPr lang="en-US" sz="1600" dirty="0"/>
              <a:t> </a:t>
            </a:r>
            <a:r>
              <a:rPr lang="en-US" sz="1600" dirty="0" err="1"/>
              <a:t>ví</a:t>
            </a:r>
            <a:r>
              <a:rPr lang="en-US" sz="1600" dirty="0"/>
              <a:t> </a:t>
            </a:r>
            <a:r>
              <a:rPr lang="en-US" sz="1600" dirty="0" err="1"/>
              <a:t>điện</a:t>
            </a:r>
            <a:r>
              <a:rPr lang="en-US" sz="1600" dirty="0"/>
              <a:t> </a:t>
            </a:r>
            <a:r>
              <a:rPr lang="en-US" sz="1600" dirty="0" err="1"/>
              <a:t>tử</a:t>
            </a:r>
            <a:r>
              <a:rPr lang="en-US" sz="1600" dirty="0"/>
              <a:t>.</a:t>
            </a:r>
          </a:p>
          <a:p>
            <a:pPr lvl="0" algn="just"/>
            <a:r>
              <a:rPr lang="en-US" sz="1600" dirty="0" err="1"/>
              <a:t>Chức</a:t>
            </a:r>
            <a:r>
              <a:rPr lang="en-US" sz="1600" dirty="0"/>
              <a:t> </a:t>
            </a:r>
            <a:r>
              <a:rPr lang="en-US" sz="1600" dirty="0" err="1"/>
              <a:t>năng</a:t>
            </a:r>
            <a:r>
              <a:rPr lang="en-US" sz="1600" dirty="0"/>
              <a:t>:</a:t>
            </a:r>
          </a:p>
          <a:p>
            <a:pPr lvl="1" algn="just"/>
            <a:r>
              <a:rPr lang="en-US" sz="1600" dirty="0" err="1"/>
              <a:t>Xử</a:t>
            </a:r>
            <a:r>
              <a:rPr lang="en-US" sz="1600" dirty="0"/>
              <a:t> </a:t>
            </a:r>
            <a:r>
              <a:rPr lang="en-US" sz="1600" dirty="0" err="1"/>
              <a:t>lý</a:t>
            </a:r>
            <a:r>
              <a:rPr lang="en-US" sz="1600" dirty="0"/>
              <a:t> </a:t>
            </a:r>
            <a:r>
              <a:rPr lang="en-US" sz="1600" dirty="0" err="1"/>
              <a:t>thanh</a:t>
            </a:r>
            <a:r>
              <a:rPr lang="en-US" sz="1600" dirty="0"/>
              <a:t> </a:t>
            </a:r>
            <a:r>
              <a:rPr lang="en-US" sz="1600" dirty="0" err="1"/>
              <a:t>toán</a:t>
            </a:r>
            <a:r>
              <a:rPr lang="en-US" sz="1600" dirty="0"/>
              <a:t>.</a:t>
            </a:r>
          </a:p>
          <a:p>
            <a:pPr lvl="1" algn="just"/>
            <a:r>
              <a:rPr lang="en-US" sz="1600" dirty="0" err="1"/>
              <a:t>Xác</a:t>
            </a:r>
            <a:r>
              <a:rPr lang="en-US" sz="1600" dirty="0"/>
              <a:t> </a:t>
            </a:r>
            <a:r>
              <a:rPr lang="en-US" sz="1600" dirty="0" err="1"/>
              <a:t>thực</a:t>
            </a:r>
            <a:r>
              <a:rPr lang="en-US" sz="1600" dirty="0"/>
              <a:t> </a:t>
            </a:r>
            <a:r>
              <a:rPr lang="en-US" sz="1600" dirty="0" err="1"/>
              <a:t>giao</a:t>
            </a:r>
            <a:r>
              <a:rPr lang="en-US" sz="1600" dirty="0"/>
              <a:t> </a:t>
            </a:r>
            <a:r>
              <a:rPr lang="en-US" sz="1600" dirty="0" err="1"/>
              <a:t>dịch</a:t>
            </a:r>
            <a:r>
              <a:rPr lang="en-US" sz="1600" dirty="0"/>
              <a:t>.</a:t>
            </a:r>
          </a:p>
          <a:p>
            <a:pPr lvl="1" algn="just"/>
            <a:r>
              <a:rPr lang="en-US" sz="1600" dirty="0" err="1"/>
              <a:t>Chuyển</a:t>
            </a:r>
            <a:r>
              <a:rPr lang="en-US" sz="1600" dirty="0"/>
              <a:t> </a:t>
            </a:r>
            <a:r>
              <a:rPr lang="en-US" sz="1600" dirty="0" err="1"/>
              <a:t>tiền</a:t>
            </a:r>
            <a:r>
              <a:rPr lang="en-US" sz="1600" dirty="0"/>
              <a:t>.</a:t>
            </a:r>
          </a:p>
          <a:p>
            <a:pPr lvl="1" algn="just"/>
            <a:r>
              <a:rPr lang="en-US" sz="1600" dirty="0" err="1"/>
              <a:t>Trả</a:t>
            </a:r>
            <a:r>
              <a:rPr lang="en-US" sz="1600" dirty="0"/>
              <a:t> </a:t>
            </a:r>
            <a:r>
              <a:rPr lang="en-US" sz="1600" dirty="0" err="1"/>
              <a:t>kết</a:t>
            </a:r>
            <a:r>
              <a:rPr lang="en-US" sz="1600" dirty="0"/>
              <a:t> </a:t>
            </a:r>
            <a:r>
              <a:rPr lang="en-US" sz="1600" dirty="0" err="1"/>
              <a:t>quả</a:t>
            </a:r>
            <a:r>
              <a:rPr lang="en-US" sz="1600" dirty="0"/>
              <a:t> </a:t>
            </a:r>
            <a:r>
              <a:rPr lang="en-US" sz="1600" dirty="0" err="1"/>
              <a:t>giao</a:t>
            </a:r>
            <a:r>
              <a:rPr lang="en-US" sz="1600" dirty="0"/>
              <a:t> </a:t>
            </a:r>
            <a:r>
              <a:rPr lang="en-US" sz="1600" dirty="0" err="1"/>
              <a:t>dịch</a:t>
            </a:r>
            <a:r>
              <a:rPr lang="en-US" sz="1600" dirty="0"/>
              <a:t>.</a:t>
            </a:r>
            <a:endParaRPr sz="1600" dirty="0"/>
          </a:p>
        </p:txBody>
      </p:sp>
      <p:pic>
        <p:nvPicPr>
          <p:cNvPr id="2" name="Picture 1">
            <a:extLst>
              <a:ext uri="{FF2B5EF4-FFF2-40B4-BE49-F238E27FC236}">
                <a16:creationId xmlns:a16="http://schemas.microsoft.com/office/drawing/2014/main" id="{2BE2F605-CA2A-33B9-7311-7C6DACCC977E}"/>
              </a:ext>
            </a:extLst>
          </p:cNvPr>
          <p:cNvPicPr>
            <a:picLocks noChangeAspect="1"/>
          </p:cNvPicPr>
          <p:nvPr/>
        </p:nvPicPr>
        <p:blipFill>
          <a:blip r:embed="rId3"/>
          <a:stretch>
            <a:fillRect/>
          </a:stretch>
        </p:blipFill>
        <p:spPr>
          <a:xfrm>
            <a:off x="5933656" y="0"/>
            <a:ext cx="3210344" cy="1865155"/>
          </a:xfrm>
          <a:prstGeom prst="rect">
            <a:avLst/>
          </a:prstGeom>
        </p:spPr>
      </p:pic>
    </p:spTree>
    <p:extLst>
      <p:ext uri="{BB962C8B-B14F-4D97-AF65-F5344CB8AC3E}">
        <p14:creationId xmlns:p14="http://schemas.microsoft.com/office/powerpoint/2010/main" val="25972014"/>
      </p:ext>
    </p:extLst>
  </p:cSld>
  <p:clrMapOvr>
    <a:masterClrMapping/>
  </p:clrMapOvr>
  <p:transition spd="slow">
    <p:cove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3">
          <a:extLst>
            <a:ext uri="{FF2B5EF4-FFF2-40B4-BE49-F238E27FC236}">
              <a16:creationId xmlns:a16="http://schemas.microsoft.com/office/drawing/2014/main" id="{E3A81301-880E-DBAD-E62E-6C53BABC0AC9}"/>
            </a:ext>
          </a:extLst>
        </p:cNvPr>
        <p:cNvGrpSpPr/>
        <p:nvPr/>
      </p:nvGrpSpPr>
      <p:grpSpPr>
        <a:xfrm>
          <a:off x="0" y="0"/>
          <a:ext cx="0" cy="0"/>
          <a:chOff x="0" y="0"/>
          <a:chExt cx="0" cy="0"/>
        </a:xfrm>
      </p:grpSpPr>
      <p:sp>
        <p:nvSpPr>
          <p:cNvPr id="214" name="Google Shape;214;p15">
            <a:extLst>
              <a:ext uri="{FF2B5EF4-FFF2-40B4-BE49-F238E27FC236}">
                <a16:creationId xmlns:a16="http://schemas.microsoft.com/office/drawing/2014/main" id="{4EC471D0-C16B-EC0C-3E9C-CDB05B57DEDA}"/>
              </a:ext>
            </a:extLst>
          </p:cNvPr>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GB" sz="4000" b="1" dirty="0"/>
              <a:t>KIẾN TRÚC HỆ THỐNG THANH TOÁN</a:t>
            </a:r>
            <a:endParaRPr sz="4000" b="1" dirty="0"/>
          </a:p>
        </p:txBody>
      </p:sp>
    </p:spTree>
    <p:extLst>
      <p:ext uri="{BB962C8B-B14F-4D97-AF65-F5344CB8AC3E}">
        <p14:creationId xmlns:p14="http://schemas.microsoft.com/office/powerpoint/2010/main" val="1412760746"/>
      </p:ext>
    </p:extLst>
  </p:cSld>
  <p:clrMapOvr>
    <a:masterClrMapping/>
  </p:clrMapOvr>
  <p:transition spd="slow">
    <p:randomBar dir="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19"/>
          <p:cNvSpPr txBox="1">
            <a:spLocks noGrp="1"/>
          </p:cNvSpPr>
          <p:nvPr>
            <p:ph type="title"/>
          </p:nvPr>
        </p:nvSpPr>
        <p:spPr>
          <a:xfrm>
            <a:off x="1049871" y="213279"/>
            <a:ext cx="4045200" cy="844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3000" b="1" dirty="0" err="1"/>
              <a:t>Kiến</a:t>
            </a:r>
            <a:r>
              <a:rPr lang="en-US" sz="3000" b="1" dirty="0"/>
              <a:t> </a:t>
            </a:r>
            <a:r>
              <a:rPr lang="en-US" sz="3000" b="1" dirty="0" err="1"/>
              <a:t>trúc</a:t>
            </a:r>
            <a:r>
              <a:rPr lang="en-US" sz="3000" b="1" dirty="0"/>
              <a:t>:</a:t>
            </a:r>
          </a:p>
        </p:txBody>
      </p:sp>
      <p:pic>
        <p:nvPicPr>
          <p:cNvPr id="242" name="Google Shape;242;p19"/>
          <p:cNvPicPr preferRelativeResize="0"/>
          <p:nvPr/>
        </p:nvPicPr>
        <p:blipFill rotWithShape="1">
          <a:blip r:embed="rId3">
            <a:alphaModFix/>
          </a:blip>
          <a:srcRect l="22723" r="3405"/>
          <a:stretch/>
        </p:blipFill>
        <p:spPr>
          <a:xfrm>
            <a:off x="5404899" y="553184"/>
            <a:ext cx="3508917" cy="3287717"/>
          </a:xfrm>
          <a:prstGeom prst="hexagon">
            <a:avLst>
              <a:gd name="adj" fmla="val 25000"/>
              <a:gd name="vf" fmla="val 115470"/>
            </a:avLst>
          </a:prstGeom>
          <a:noFill/>
          <a:ln>
            <a:noFill/>
          </a:ln>
        </p:spPr>
      </p:pic>
      <p:pic>
        <p:nvPicPr>
          <p:cNvPr id="3" name="Picture 2">
            <a:extLst>
              <a:ext uri="{FF2B5EF4-FFF2-40B4-BE49-F238E27FC236}">
                <a16:creationId xmlns:a16="http://schemas.microsoft.com/office/drawing/2014/main" id="{A93381CF-9B89-4B43-2665-52D44C880F59}"/>
              </a:ext>
            </a:extLst>
          </p:cNvPr>
          <p:cNvPicPr>
            <a:picLocks noChangeAspect="1"/>
          </p:cNvPicPr>
          <p:nvPr/>
        </p:nvPicPr>
        <p:blipFill>
          <a:blip r:embed="rId4"/>
          <a:stretch>
            <a:fillRect/>
          </a:stretch>
        </p:blipFill>
        <p:spPr>
          <a:xfrm>
            <a:off x="1504012" y="1109601"/>
            <a:ext cx="3136918" cy="382062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3">
          <a:extLst>
            <a:ext uri="{FF2B5EF4-FFF2-40B4-BE49-F238E27FC236}">
              <a16:creationId xmlns:a16="http://schemas.microsoft.com/office/drawing/2014/main" id="{7408FFF8-15DA-DC14-E5EE-D7D6794FA08B}"/>
            </a:ext>
          </a:extLst>
        </p:cNvPr>
        <p:cNvGrpSpPr/>
        <p:nvPr/>
      </p:nvGrpSpPr>
      <p:grpSpPr>
        <a:xfrm>
          <a:off x="0" y="0"/>
          <a:ext cx="0" cy="0"/>
          <a:chOff x="0" y="0"/>
          <a:chExt cx="0" cy="0"/>
        </a:xfrm>
      </p:grpSpPr>
      <p:sp>
        <p:nvSpPr>
          <p:cNvPr id="214" name="Google Shape;214;p15">
            <a:extLst>
              <a:ext uri="{FF2B5EF4-FFF2-40B4-BE49-F238E27FC236}">
                <a16:creationId xmlns:a16="http://schemas.microsoft.com/office/drawing/2014/main" id="{D07B0C0A-F0DD-D48C-C188-AAEAD25DE13A}"/>
              </a:ext>
            </a:extLst>
          </p:cNvPr>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GB" sz="4000" b="1" dirty="0"/>
              <a:t>QUY TRÌNH THANH TOÁN TRONG WEBSITE</a:t>
            </a:r>
            <a:endParaRPr sz="4000" b="1" dirty="0"/>
          </a:p>
        </p:txBody>
      </p:sp>
    </p:spTree>
    <p:extLst>
      <p:ext uri="{BB962C8B-B14F-4D97-AF65-F5344CB8AC3E}">
        <p14:creationId xmlns:p14="http://schemas.microsoft.com/office/powerpoint/2010/main" val="384725141"/>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5">
          <a:extLst>
            <a:ext uri="{FF2B5EF4-FFF2-40B4-BE49-F238E27FC236}">
              <a16:creationId xmlns:a16="http://schemas.microsoft.com/office/drawing/2014/main" id="{32258D87-68C7-31B3-41E6-B1EB94862328}"/>
            </a:ext>
          </a:extLst>
        </p:cNvPr>
        <p:cNvGrpSpPr/>
        <p:nvPr/>
      </p:nvGrpSpPr>
      <p:grpSpPr>
        <a:xfrm>
          <a:off x="0" y="0"/>
          <a:ext cx="0" cy="0"/>
          <a:chOff x="0" y="0"/>
          <a:chExt cx="0" cy="0"/>
        </a:xfrm>
      </p:grpSpPr>
      <p:sp>
        <p:nvSpPr>
          <p:cNvPr id="266" name="Google Shape;266;p22">
            <a:extLst>
              <a:ext uri="{FF2B5EF4-FFF2-40B4-BE49-F238E27FC236}">
                <a16:creationId xmlns:a16="http://schemas.microsoft.com/office/drawing/2014/main" id="{5855A4F6-FD70-8C73-A0C1-BD6D303C8D94}"/>
              </a:ext>
            </a:extLst>
          </p:cNvPr>
          <p:cNvSpPr/>
          <p:nvPr/>
        </p:nvSpPr>
        <p:spPr>
          <a:xfrm>
            <a:off x="11200" y="1273600"/>
            <a:ext cx="9143893" cy="541750"/>
          </a:xfrm>
          <a:custGeom>
            <a:avLst/>
            <a:gdLst/>
            <a:ahLst/>
            <a:cxnLst/>
            <a:rect l="l" t="t" r="r" b="b"/>
            <a:pathLst>
              <a:path w="363502" h="21670" extrusionOk="0">
                <a:moveTo>
                  <a:pt x="0" y="21670"/>
                </a:moveTo>
                <a:lnTo>
                  <a:pt x="76648" y="21670"/>
                </a:lnTo>
                <a:lnTo>
                  <a:pt x="86044" y="896"/>
                </a:lnTo>
                <a:lnTo>
                  <a:pt x="111593" y="896"/>
                </a:lnTo>
                <a:lnTo>
                  <a:pt x="139850" y="20774"/>
                </a:lnTo>
                <a:lnTo>
                  <a:pt x="164951" y="20774"/>
                </a:lnTo>
                <a:lnTo>
                  <a:pt x="195413" y="0"/>
                </a:lnTo>
                <a:lnTo>
                  <a:pt x="215584" y="448"/>
                </a:lnTo>
                <a:lnTo>
                  <a:pt x="224100" y="18377"/>
                </a:lnTo>
                <a:lnTo>
                  <a:pt x="266235" y="20170"/>
                </a:lnTo>
                <a:lnTo>
                  <a:pt x="363502" y="19274"/>
                </a:lnTo>
              </a:path>
            </a:pathLst>
          </a:custGeom>
          <a:noFill/>
          <a:ln w="9525" cap="flat" cmpd="sng">
            <a:solidFill>
              <a:srgbClr val="FFFFFF"/>
            </a:solidFill>
            <a:prstDash val="solid"/>
            <a:round/>
            <a:headEnd type="none" w="med" len="med"/>
            <a:tailEnd type="none" w="med" len="med"/>
          </a:ln>
        </p:spPr>
      </p:sp>
      <p:sp>
        <p:nvSpPr>
          <p:cNvPr id="267" name="Google Shape;267;p22">
            <a:extLst>
              <a:ext uri="{FF2B5EF4-FFF2-40B4-BE49-F238E27FC236}">
                <a16:creationId xmlns:a16="http://schemas.microsoft.com/office/drawing/2014/main" id="{CAFCDEE4-DA65-C168-DD7C-11C51A86EF4B}"/>
              </a:ext>
            </a:extLst>
          </p:cNvPr>
          <p:cNvSpPr/>
          <p:nvPr/>
        </p:nvSpPr>
        <p:spPr>
          <a:xfrm>
            <a:off x="931275" y="1273604"/>
            <a:ext cx="1055100" cy="913800"/>
          </a:xfrm>
          <a:prstGeom prst="hexagon">
            <a:avLst>
              <a:gd name="adj" fmla="val 25000"/>
              <a:gd name="vf" fmla="val 115470"/>
            </a:avLst>
          </a:prstGeom>
          <a:gradFill>
            <a:gsLst>
              <a:gs pos="0">
                <a:schemeClr val="dk2"/>
              </a:gs>
              <a:gs pos="100000">
                <a:schemeClr val="lt2"/>
              </a:gs>
            </a:gsLst>
            <a:path path="circle">
              <a:fillToRect l="50000" t="50000" r="50000" b="50000"/>
            </a:path>
            <a:tileRect/>
          </a:gradFill>
          <a:ln w="9525" cap="flat" cmpd="sng">
            <a:solidFill>
              <a:srgbClr val="FFFFFF">
                <a:alpha val="8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800">
              <a:solidFill>
                <a:srgbClr val="FFFFFF"/>
              </a:solidFill>
              <a:latin typeface="Calibri"/>
              <a:ea typeface="Calibri"/>
              <a:cs typeface="Calibri"/>
              <a:sym typeface="Calibri"/>
            </a:endParaRPr>
          </a:p>
        </p:txBody>
      </p:sp>
      <p:sp>
        <p:nvSpPr>
          <p:cNvPr id="268" name="Google Shape;268;p22">
            <a:extLst>
              <a:ext uri="{FF2B5EF4-FFF2-40B4-BE49-F238E27FC236}">
                <a16:creationId xmlns:a16="http://schemas.microsoft.com/office/drawing/2014/main" id="{82F92A25-FDE8-1EC0-8FA3-1E84DB6EE241}"/>
              </a:ext>
            </a:extLst>
          </p:cNvPr>
          <p:cNvSpPr/>
          <p:nvPr/>
        </p:nvSpPr>
        <p:spPr>
          <a:xfrm>
            <a:off x="2483419" y="1273604"/>
            <a:ext cx="1055100" cy="913800"/>
          </a:xfrm>
          <a:prstGeom prst="hexagon">
            <a:avLst>
              <a:gd name="adj" fmla="val 25000"/>
              <a:gd name="vf" fmla="val 115470"/>
            </a:avLst>
          </a:prstGeom>
          <a:gradFill>
            <a:gsLst>
              <a:gs pos="0">
                <a:schemeClr val="dk2"/>
              </a:gs>
              <a:gs pos="100000">
                <a:schemeClr val="lt2"/>
              </a:gs>
            </a:gsLst>
            <a:path path="circle">
              <a:fillToRect l="50000" t="50000" r="50000" b="50000"/>
            </a:path>
            <a:tileRect/>
          </a:gradFill>
          <a:ln w="9525" cap="flat" cmpd="sng">
            <a:solidFill>
              <a:srgbClr val="FFFFFF">
                <a:alpha val="8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800">
              <a:solidFill>
                <a:srgbClr val="FFFFFF"/>
              </a:solidFill>
              <a:latin typeface="Calibri"/>
              <a:ea typeface="Calibri"/>
              <a:cs typeface="Calibri"/>
              <a:sym typeface="Calibri"/>
            </a:endParaRPr>
          </a:p>
        </p:txBody>
      </p:sp>
      <p:sp>
        <p:nvSpPr>
          <p:cNvPr id="269" name="Google Shape;269;p22">
            <a:extLst>
              <a:ext uri="{FF2B5EF4-FFF2-40B4-BE49-F238E27FC236}">
                <a16:creationId xmlns:a16="http://schemas.microsoft.com/office/drawing/2014/main" id="{20FFBF65-4B1F-8A6E-1392-011C95F8123D}"/>
              </a:ext>
            </a:extLst>
          </p:cNvPr>
          <p:cNvSpPr/>
          <p:nvPr/>
        </p:nvSpPr>
        <p:spPr>
          <a:xfrm>
            <a:off x="4035564" y="1273604"/>
            <a:ext cx="1055100" cy="913800"/>
          </a:xfrm>
          <a:prstGeom prst="hexagon">
            <a:avLst>
              <a:gd name="adj" fmla="val 25000"/>
              <a:gd name="vf" fmla="val 115470"/>
            </a:avLst>
          </a:prstGeom>
          <a:gradFill>
            <a:gsLst>
              <a:gs pos="0">
                <a:schemeClr val="dk2"/>
              </a:gs>
              <a:gs pos="100000">
                <a:schemeClr val="lt2"/>
              </a:gs>
            </a:gsLst>
            <a:path path="circle">
              <a:fillToRect l="50000" t="50000" r="50000" b="50000"/>
            </a:path>
            <a:tileRect/>
          </a:gradFill>
          <a:ln w="9525" cap="flat" cmpd="sng">
            <a:solidFill>
              <a:srgbClr val="FFFFFF">
                <a:alpha val="8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800">
              <a:solidFill>
                <a:srgbClr val="FFFFFF"/>
              </a:solidFill>
              <a:latin typeface="Calibri"/>
              <a:ea typeface="Calibri"/>
              <a:cs typeface="Calibri"/>
              <a:sym typeface="Calibri"/>
            </a:endParaRPr>
          </a:p>
        </p:txBody>
      </p:sp>
      <p:sp>
        <p:nvSpPr>
          <p:cNvPr id="270" name="Google Shape;270;p22">
            <a:extLst>
              <a:ext uri="{FF2B5EF4-FFF2-40B4-BE49-F238E27FC236}">
                <a16:creationId xmlns:a16="http://schemas.microsoft.com/office/drawing/2014/main" id="{26A3142A-9761-BF31-1D0B-78918F8881A6}"/>
              </a:ext>
            </a:extLst>
          </p:cNvPr>
          <p:cNvSpPr/>
          <p:nvPr/>
        </p:nvSpPr>
        <p:spPr>
          <a:xfrm>
            <a:off x="5587708" y="1273604"/>
            <a:ext cx="1055100" cy="913800"/>
          </a:xfrm>
          <a:prstGeom prst="hexagon">
            <a:avLst>
              <a:gd name="adj" fmla="val 25000"/>
              <a:gd name="vf" fmla="val 115470"/>
            </a:avLst>
          </a:prstGeom>
          <a:gradFill>
            <a:gsLst>
              <a:gs pos="0">
                <a:schemeClr val="dk2"/>
              </a:gs>
              <a:gs pos="100000">
                <a:schemeClr val="lt2"/>
              </a:gs>
            </a:gsLst>
            <a:path path="circle">
              <a:fillToRect l="50000" t="50000" r="50000" b="50000"/>
            </a:path>
            <a:tileRect/>
          </a:gradFill>
          <a:ln w="9525" cap="flat" cmpd="sng">
            <a:solidFill>
              <a:srgbClr val="FFFFFF">
                <a:alpha val="8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800">
              <a:solidFill>
                <a:srgbClr val="FFFFFF"/>
              </a:solidFill>
              <a:latin typeface="Calibri"/>
              <a:ea typeface="Calibri"/>
              <a:cs typeface="Calibri"/>
              <a:sym typeface="Calibri"/>
            </a:endParaRPr>
          </a:p>
        </p:txBody>
      </p:sp>
      <p:sp>
        <p:nvSpPr>
          <p:cNvPr id="271" name="Google Shape;271;p22">
            <a:extLst>
              <a:ext uri="{FF2B5EF4-FFF2-40B4-BE49-F238E27FC236}">
                <a16:creationId xmlns:a16="http://schemas.microsoft.com/office/drawing/2014/main" id="{B1EBD9FE-EF7E-CEDE-3F2A-AF1C0044E62B}"/>
              </a:ext>
            </a:extLst>
          </p:cNvPr>
          <p:cNvSpPr/>
          <p:nvPr/>
        </p:nvSpPr>
        <p:spPr>
          <a:xfrm>
            <a:off x="7139853" y="1273604"/>
            <a:ext cx="1055100" cy="913800"/>
          </a:xfrm>
          <a:prstGeom prst="hexagon">
            <a:avLst>
              <a:gd name="adj" fmla="val 25000"/>
              <a:gd name="vf" fmla="val 115470"/>
            </a:avLst>
          </a:prstGeom>
          <a:gradFill>
            <a:gsLst>
              <a:gs pos="0">
                <a:schemeClr val="dk2"/>
              </a:gs>
              <a:gs pos="100000">
                <a:schemeClr val="lt2"/>
              </a:gs>
            </a:gsLst>
            <a:path path="circle">
              <a:fillToRect l="50000" t="50000" r="50000" b="50000"/>
            </a:path>
            <a:tileRect/>
          </a:gradFill>
          <a:ln w="9525" cap="flat" cmpd="sng">
            <a:solidFill>
              <a:srgbClr val="FFFFFF">
                <a:alpha val="8784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800">
              <a:solidFill>
                <a:srgbClr val="FFFFFF"/>
              </a:solidFill>
              <a:latin typeface="Calibri"/>
              <a:ea typeface="Calibri"/>
              <a:cs typeface="Calibri"/>
              <a:sym typeface="Calibri"/>
            </a:endParaRPr>
          </a:p>
        </p:txBody>
      </p:sp>
      <p:sp>
        <p:nvSpPr>
          <p:cNvPr id="272" name="Google Shape;272;p22">
            <a:extLst>
              <a:ext uri="{FF2B5EF4-FFF2-40B4-BE49-F238E27FC236}">
                <a16:creationId xmlns:a16="http://schemas.microsoft.com/office/drawing/2014/main" id="{E51E3147-41A8-A68B-8440-CDF147A9B231}"/>
              </a:ext>
            </a:extLst>
          </p:cNvPr>
          <p:cNvSpPr txBox="1">
            <a:spLocks noGrp="1"/>
          </p:cNvSpPr>
          <p:nvPr>
            <p:ph type="title"/>
          </p:nvPr>
        </p:nvSpPr>
        <p:spPr>
          <a:xfrm>
            <a:off x="311700" y="36882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b="1" dirty="0"/>
              <a:t>Quy </a:t>
            </a:r>
            <a:r>
              <a:rPr lang="en-GB" b="1" dirty="0" err="1"/>
              <a:t>trình</a:t>
            </a:r>
            <a:r>
              <a:rPr lang="en-GB" b="1" dirty="0"/>
              <a:t>:</a:t>
            </a:r>
            <a:endParaRPr b="1" dirty="0"/>
          </a:p>
        </p:txBody>
      </p:sp>
      <p:sp>
        <p:nvSpPr>
          <p:cNvPr id="273" name="Google Shape;273;p22">
            <a:extLst>
              <a:ext uri="{FF2B5EF4-FFF2-40B4-BE49-F238E27FC236}">
                <a16:creationId xmlns:a16="http://schemas.microsoft.com/office/drawing/2014/main" id="{76B82803-C761-3347-442F-1D317A8757B3}"/>
              </a:ext>
            </a:extLst>
          </p:cNvPr>
          <p:cNvSpPr txBox="1">
            <a:spLocks noGrp="1"/>
          </p:cNvSpPr>
          <p:nvPr>
            <p:ph type="body" idx="1"/>
          </p:nvPr>
        </p:nvSpPr>
        <p:spPr>
          <a:xfrm>
            <a:off x="474075" y="2263608"/>
            <a:ext cx="1482300" cy="2412000"/>
          </a:xfrm>
          <a:prstGeom prst="rect">
            <a:avLst/>
          </a:prstGeom>
        </p:spPr>
        <p:txBody>
          <a:bodyPr spcFirstLastPara="1" wrap="square" lIns="91425" tIns="91425" rIns="91425" bIns="91425" anchor="t" anchorCtr="0">
            <a:noAutofit/>
          </a:bodyPr>
          <a:lstStyle/>
          <a:p>
            <a:pPr marL="0" lvl="0" indent="0">
              <a:spcAft>
                <a:spcPts val="1600"/>
              </a:spcAft>
              <a:buNone/>
            </a:pPr>
            <a:r>
              <a:rPr lang="en-US" sz="1600" dirty="0" err="1"/>
              <a:t>Khách</a:t>
            </a:r>
            <a:r>
              <a:rPr lang="en-US" sz="1600" dirty="0"/>
              <a:t> </a:t>
            </a:r>
            <a:r>
              <a:rPr lang="en-US" sz="1600" dirty="0" err="1"/>
              <a:t>chọn</a:t>
            </a:r>
            <a:r>
              <a:rPr lang="en-US" sz="1600" dirty="0"/>
              <a:t> </a:t>
            </a:r>
            <a:r>
              <a:rPr lang="en-US" sz="1600" dirty="0" err="1"/>
              <a:t>sản</a:t>
            </a:r>
            <a:r>
              <a:rPr lang="en-US" sz="1600" dirty="0"/>
              <a:t> </a:t>
            </a:r>
            <a:r>
              <a:rPr lang="en-US" sz="1600" dirty="0" err="1"/>
              <a:t>phẩm</a:t>
            </a:r>
            <a:r>
              <a:rPr lang="en-US" sz="1600" dirty="0"/>
              <a:t>.</a:t>
            </a:r>
            <a:endParaRPr sz="1600" dirty="0"/>
          </a:p>
        </p:txBody>
      </p:sp>
      <p:sp>
        <p:nvSpPr>
          <p:cNvPr id="274" name="Google Shape;274;p22">
            <a:extLst>
              <a:ext uri="{FF2B5EF4-FFF2-40B4-BE49-F238E27FC236}">
                <a16:creationId xmlns:a16="http://schemas.microsoft.com/office/drawing/2014/main" id="{B7B75539-EE1D-CC4F-A955-09D256D899E4}"/>
              </a:ext>
            </a:extLst>
          </p:cNvPr>
          <p:cNvSpPr txBox="1">
            <a:spLocks noGrp="1"/>
          </p:cNvSpPr>
          <p:nvPr>
            <p:ph type="subTitle" idx="2"/>
          </p:nvPr>
        </p:nvSpPr>
        <p:spPr>
          <a:xfrm>
            <a:off x="731747" y="1600200"/>
            <a:ext cx="1482300" cy="466800"/>
          </a:xfrm>
          <a:prstGeom prst="rect">
            <a:avLst/>
          </a:prstGeom>
        </p:spPr>
        <p:txBody>
          <a:bodyPr spcFirstLastPara="1" wrap="square" lIns="91425" tIns="91425" rIns="91425" bIns="91425" anchor="ctr" anchorCtr="0">
            <a:noAutofit/>
          </a:bodyPr>
          <a:lstStyle/>
          <a:p>
            <a:pPr marL="0" lvl="0" indent="0" algn="ctr" rtl="0">
              <a:spcBef>
                <a:spcPts val="0"/>
              </a:spcBef>
              <a:spcAft>
                <a:spcPts val="1600"/>
              </a:spcAft>
              <a:buNone/>
            </a:pPr>
            <a:r>
              <a:rPr lang="en-GB" sz="1600" dirty="0" err="1"/>
              <a:t>Bước</a:t>
            </a:r>
            <a:r>
              <a:rPr lang="en-GB" sz="1600" dirty="0"/>
              <a:t> 1</a:t>
            </a:r>
            <a:endParaRPr sz="1600" dirty="0"/>
          </a:p>
        </p:txBody>
      </p:sp>
      <p:sp>
        <p:nvSpPr>
          <p:cNvPr id="275" name="Google Shape;275;p22">
            <a:extLst>
              <a:ext uri="{FF2B5EF4-FFF2-40B4-BE49-F238E27FC236}">
                <a16:creationId xmlns:a16="http://schemas.microsoft.com/office/drawing/2014/main" id="{F8570869-BD32-ED4E-386B-785F6D9C8DBB}"/>
              </a:ext>
            </a:extLst>
          </p:cNvPr>
          <p:cNvSpPr txBox="1">
            <a:spLocks noGrp="1"/>
          </p:cNvSpPr>
          <p:nvPr>
            <p:ph type="body" idx="1"/>
          </p:nvPr>
        </p:nvSpPr>
        <p:spPr>
          <a:xfrm>
            <a:off x="2166835" y="2263608"/>
            <a:ext cx="1482300" cy="2412000"/>
          </a:xfrm>
          <a:prstGeom prst="rect">
            <a:avLst/>
          </a:prstGeom>
        </p:spPr>
        <p:txBody>
          <a:bodyPr spcFirstLastPara="1" wrap="square" lIns="91425" tIns="91425" rIns="91425" bIns="91425" anchor="t" anchorCtr="0">
            <a:noAutofit/>
          </a:bodyPr>
          <a:lstStyle/>
          <a:p>
            <a:pPr marL="0" lvl="0" indent="0">
              <a:spcAft>
                <a:spcPts val="1600"/>
              </a:spcAft>
              <a:buNone/>
            </a:pPr>
            <a:r>
              <a:rPr lang="en-US" sz="1600" dirty="0"/>
              <a:t>Khi </a:t>
            </a:r>
            <a:r>
              <a:rPr lang="en-US" sz="1600" dirty="0" err="1"/>
              <a:t>khách</a:t>
            </a:r>
            <a:r>
              <a:rPr lang="en-US" sz="1600" dirty="0"/>
              <a:t> </a:t>
            </a:r>
            <a:r>
              <a:rPr lang="en-US" sz="1600" dirty="0" err="1"/>
              <a:t>bấm</a:t>
            </a:r>
            <a:r>
              <a:rPr lang="en-US" sz="1600" dirty="0"/>
              <a:t> </a:t>
            </a:r>
            <a:r>
              <a:rPr lang="en-US" sz="1600" dirty="0" err="1"/>
              <a:t>thanh</a:t>
            </a:r>
            <a:r>
              <a:rPr lang="en-US" sz="1600" dirty="0"/>
              <a:t> </a:t>
            </a:r>
            <a:r>
              <a:rPr lang="en-US" sz="1600" dirty="0" err="1"/>
              <a:t>toán</a:t>
            </a:r>
            <a:r>
              <a:rPr lang="en-US" sz="1600" dirty="0"/>
              <a:t> </a:t>
            </a:r>
            <a:r>
              <a:rPr lang="en-US" sz="1600" dirty="0" err="1"/>
              <a:t>thì</a:t>
            </a:r>
            <a:r>
              <a:rPr lang="en-US" sz="1600" dirty="0"/>
              <a:t> Website </a:t>
            </a:r>
            <a:r>
              <a:rPr lang="en-US" sz="1600" dirty="0" err="1"/>
              <a:t>sẽ</a:t>
            </a:r>
            <a:r>
              <a:rPr lang="en-US" sz="1600" dirty="0"/>
              <a:t> </a:t>
            </a:r>
            <a:r>
              <a:rPr lang="en-US" sz="1600" dirty="0" err="1"/>
              <a:t>tạo</a:t>
            </a:r>
            <a:r>
              <a:rPr lang="en-US" sz="1600" dirty="0"/>
              <a:t> </a:t>
            </a:r>
            <a:r>
              <a:rPr lang="en-US" sz="1600" dirty="0" err="1"/>
              <a:t>đơn</a:t>
            </a:r>
            <a:r>
              <a:rPr lang="en-US" sz="1600" dirty="0"/>
              <a:t> </a:t>
            </a:r>
            <a:r>
              <a:rPr lang="en-US" sz="1600" dirty="0" err="1"/>
              <a:t>hàng</a:t>
            </a:r>
            <a:r>
              <a:rPr lang="en-US" sz="1600" dirty="0"/>
              <a:t>.</a:t>
            </a:r>
            <a:endParaRPr sz="1600" dirty="0"/>
          </a:p>
        </p:txBody>
      </p:sp>
      <p:sp>
        <p:nvSpPr>
          <p:cNvPr id="276" name="Google Shape;276;p22">
            <a:extLst>
              <a:ext uri="{FF2B5EF4-FFF2-40B4-BE49-F238E27FC236}">
                <a16:creationId xmlns:a16="http://schemas.microsoft.com/office/drawing/2014/main" id="{B8A686CE-3EFC-BB37-ED6F-AA815483CA7F}"/>
              </a:ext>
            </a:extLst>
          </p:cNvPr>
          <p:cNvSpPr txBox="1">
            <a:spLocks noGrp="1"/>
          </p:cNvSpPr>
          <p:nvPr>
            <p:ph type="subTitle" idx="2"/>
          </p:nvPr>
        </p:nvSpPr>
        <p:spPr>
          <a:xfrm>
            <a:off x="2283892" y="1600200"/>
            <a:ext cx="1482300" cy="466800"/>
          </a:xfrm>
          <a:prstGeom prst="rect">
            <a:avLst/>
          </a:prstGeom>
        </p:spPr>
        <p:txBody>
          <a:bodyPr spcFirstLastPara="1" wrap="square" lIns="91425" tIns="91425" rIns="91425" bIns="91425" anchor="ctr" anchorCtr="0">
            <a:noAutofit/>
          </a:bodyPr>
          <a:lstStyle/>
          <a:p>
            <a:pPr marL="0" lvl="0" indent="0" algn="ctr" rtl="0">
              <a:spcBef>
                <a:spcPts val="0"/>
              </a:spcBef>
              <a:spcAft>
                <a:spcPts val="1600"/>
              </a:spcAft>
              <a:buNone/>
            </a:pPr>
            <a:r>
              <a:rPr lang="en-GB" sz="1600" dirty="0" err="1"/>
              <a:t>Bước</a:t>
            </a:r>
            <a:r>
              <a:rPr lang="en-GB" sz="1600" dirty="0"/>
              <a:t> 2</a:t>
            </a:r>
            <a:endParaRPr sz="1600" dirty="0"/>
          </a:p>
        </p:txBody>
      </p:sp>
      <p:sp>
        <p:nvSpPr>
          <p:cNvPr id="277" name="Google Shape;277;p22">
            <a:extLst>
              <a:ext uri="{FF2B5EF4-FFF2-40B4-BE49-F238E27FC236}">
                <a16:creationId xmlns:a16="http://schemas.microsoft.com/office/drawing/2014/main" id="{E4D12812-702D-9140-4514-AF43990CB84D}"/>
              </a:ext>
            </a:extLst>
          </p:cNvPr>
          <p:cNvSpPr txBox="1">
            <a:spLocks noGrp="1"/>
          </p:cNvSpPr>
          <p:nvPr>
            <p:ph type="body" idx="1"/>
          </p:nvPr>
        </p:nvSpPr>
        <p:spPr>
          <a:xfrm>
            <a:off x="3859594" y="2263608"/>
            <a:ext cx="1482300" cy="2412000"/>
          </a:xfrm>
          <a:prstGeom prst="rect">
            <a:avLst/>
          </a:prstGeom>
        </p:spPr>
        <p:txBody>
          <a:bodyPr spcFirstLastPara="1" wrap="square" lIns="91425" tIns="91425" rIns="91425" bIns="91425" anchor="t" anchorCtr="0">
            <a:noAutofit/>
          </a:bodyPr>
          <a:lstStyle/>
          <a:p>
            <a:pPr marL="0" lvl="0" indent="0">
              <a:spcAft>
                <a:spcPts val="1600"/>
              </a:spcAft>
              <a:buNone/>
            </a:pPr>
            <a:r>
              <a:rPr lang="en-US" sz="1600" dirty="0"/>
              <a:t>Website </a:t>
            </a:r>
            <a:r>
              <a:rPr lang="en-US" sz="1600" dirty="0" err="1"/>
              <a:t>gọi</a:t>
            </a:r>
            <a:r>
              <a:rPr lang="en-US" sz="1600" dirty="0"/>
              <a:t> API </a:t>
            </a:r>
            <a:r>
              <a:rPr lang="en-US" sz="1600" dirty="0" err="1"/>
              <a:t>thanh</a:t>
            </a:r>
            <a:r>
              <a:rPr lang="en-US" sz="1600" dirty="0"/>
              <a:t> </a:t>
            </a:r>
            <a:r>
              <a:rPr lang="en-US" sz="1600" dirty="0" err="1"/>
              <a:t>toán</a:t>
            </a:r>
            <a:r>
              <a:rPr lang="en-US" sz="1600" dirty="0"/>
              <a:t>.</a:t>
            </a:r>
            <a:endParaRPr sz="1600" dirty="0"/>
          </a:p>
        </p:txBody>
      </p:sp>
      <p:sp>
        <p:nvSpPr>
          <p:cNvPr id="278" name="Google Shape;278;p22">
            <a:extLst>
              <a:ext uri="{FF2B5EF4-FFF2-40B4-BE49-F238E27FC236}">
                <a16:creationId xmlns:a16="http://schemas.microsoft.com/office/drawing/2014/main" id="{016F580C-671C-25AC-1952-0FBE313EDFC3}"/>
              </a:ext>
            </a:extLst>
          </p:cNvPr>
          <p:cNvSpPr txBox="1">
            <a:spLocks noGrp="1"/>
          </p:cNvSpPr>
          <p:nvPr>
            <p:ph type="subTitle" idx="2"/>
          </p:nvPr>
        </p:nvSpPr>
        <p:spPr>
          <a:xfrm>
            <a:off x="3836036" y="1600200"/>
            <a:ext cx="1482300" cy="466800"/>
          </a:xfrm>
          <a:prstGeom prst="rect">
            <a:avLst/>
          </a:prstGeom>
        </p:spPr>
        <p:txBody>
          <a:bodyPr spcFirstLastPara="1" wrap="square" lIns="91425" tIns="91425" rIns="91425" bIns="91425" anchor="ctr" anchorCtr="0">
            <a:noAutofit/>
          </a:bodyPr>
          <a:lstStyle/>
          <a:p>
            <a:pPr marL="0" lvl="0" indent="0" algn="ctr" rtl="0">
              <a:spcBef>
                <a:spcPts val="0"/>
              </a:spcBef>
              <a:spcAft>
                <a:spcPts val="1600"/>
              </a:spcAft>
              <a:buNone/>
            </a:pPr>
            <a:r>
              <a:rPr lang="en-GB" sz="1600" dirty="0" err="1"/>
              <a:t>Bước</a:t>
            </a:r>
            <a:r>
              <a:rPr lang="en-GB" sz="1600" dirty="0"/>
              <a:t> 3</a:t>
            </a:r>
            <a:endParaRPr sz="1600" dirty="0"/>
          </a:p>
        </p:txBody>
      </p:sp>
      <p:sp>
        <p:nvSpPr>
          <p:cNvPr id="279" name="Google Shape;279;p22">
            <a:extLst>
              <a:ext uri="{FF2B5EF4-FFF2-40B4-BE49-F238E27FC236}">
                <a16:creationId xmlns:a16="http://schemas.microsoft.com/office/drawing/2014/main" id="{E71E739F-629E-A0D6-8A49-1656EF6D3C6B}"/>
              </a:ext>
            </a:extLst>
          </p:cNvPr>
          <p:cNvSpPr txBox="1">
            <a:spLocks noGrp="1"/>
          </p:cNvSpPr>
          <p:nvPr>
            <p:ph type="body" idx="1"/>
          </p:nvPr>
        </p:nvSpPr>
        <p:spPr>
          <a:xfrm>
            <a:off x="5552354" y="2263608"/>
            <a:ext cx="1482300" cy="2412000"/>
          </a:xfrm>
          <a:prstGeom prst="rect">
            <a:avLst/>
          </a:prstGeom>
        </p:spPr>
        <p:txBody>
          <a:bodyPr spcFirstLastPara="1" wrap="square" lIns="91425" tIns="91425" rIns="91425" bIns="91425" anchor="t" anchorCtr="0">
            <a:noAutofit/>
          </a:bodyPr>
          <a:lstStyle/>
          <a:p>
            <a:pPr marL="0" lvl="0" indent="0">
              <a:spcAft>
                <a:spcPts val="1600"/>
              </a:spcAft>
              <a:buNone/>
            </a:pPr>
            <a:r>
              <a:rPr lang="en-US" sz="1600" dirty="0" err="1"/>
              <a:t>Cổng</a:t>
            </a:r>
            <a:r>
              <a:rPr lang="en-US" sz="1600" dirty="0"/>
              <a:t> </a:t>
            </a:r>
            <a:r>
              <a:rPr lang="en-US" sz="1600" dirty="0" err="1"/>
              <a:t>thanh</a:t>
            </a:r>
            <a:r>
              <a:rPr lang="en-US" sz="1600" dirty="0"/>
              <a:t> </a:t>
            </a:r>
            <a:r>
              <a:rPr lang="en-US" sz="1600" dirty="0" err="1"/>
              <a:t>toán</a:t>
            </a:r>
            <a:r>
              <a:rPr lang="en-US" sz="1600" dirty="0"/>
              <a:t> </a:t>
            </a:r>
            <a:r>
              <a:rPr lang="en-US" sz="1600" dirty="0" err="1"/>
              <a:t>tạo</a:t>
            </a:r>
            <a:r>
              <a:rPr lang="en-US" sz="1600" dirty="0"/>
              <a:t> link </a:t>
            </a:r>
            <a:r>
              <a:rPr lang="en-US" sz="1600" dirty="0" err="1"/>
              <a:t>thanh</a:t>
            </a:r>
            <a:r>
              <a:rPr lang="en-US" sz="1600" dirty="0"/>
              <a:t> </a:t>
            </a:r>
            <a:r>
              <a:rPr lang="en-US" sz="1600" dirty="0" err="1"/>
              <a:t>toán</a:t>
            </a:r>
            <a:r>
              <a:rPr lang="en-US" sz="1600" dirty="0"/>
              <a:t>.</a:t>
            </a:r>
            <a:endParaRPr sz="1600" dirty="0"/>
          </a:p>
        </p:txBody>
      </p:sp>
      <p:sp>
        <p:nvSpPr>
          <p:cNvPr id="280" name="Google Shape;280;p22">
            <a:extLst>
              <a:ext uri="{FF2B5EF4-FFF2-40B4-BE49-F238E27FC236}">
                <a16:creationId xmlns:a16="http://schemas.microsoft.com/office/drawing/2014/main" id="{B799815F-3F3E-6286-C085-85CA15185457}"/>
              </a:ext>
            </a:extLst>
          </p:cNvPr>
          <p:cNvSpPr txBox="1">
            <a:spLocks noGrp="1"/>
          </p:cNvSpPr>
          <p:nvPr>
            <p:ph type="subTitle" idx="2"/>
          </p:nvPr>
        </p:nvSpPr>
        <p:spPr>
          <a:xfrm>
            <a:off x="5388180" y="1600200"/>
            <a:ext cx="1482300" cy="466800"/>
          </a:xfrm>
          <a:prstGeom prst="rect">
            <a:avLst/>
          </a:prstGeom>
        </p:spPr>
        <p:txBody>
          <a:bodyPr spcFirstLastPara="1" wrap="square" lIns="91425" tIns="91425" rIns="91425" bIns="91425" anchor="ctr" anchorCtr="0">
            <a:noAutofit/>
          </a:bodyPr>
          <a:lstStyle/>
          <a:p>
            <a:pPr marL="0" lvl="0" indent="0" algn="ctr" rtl="0">
              <a:spcBef>
                <a:spcPts val="0"/>
              </a:spcBef>
              <a:spcAft>
                <a:spcPts val="1600"/>
              </a:spcAft>
              <a:buNone/>
            </a:pPr>
            <a:r>
              <a:rPr lang="en-GB" sz="1600" dirty="0" err="1"/>
              <a:t>Bước</a:t>
            </a:r>
            <a:r>
              <a:rPr lang="en-GB" sz="1600" dirty="0"/>
              <a:t> 4</a:t>
            </a:r>
            <a:endParaRPr sz="1600" dirty="0"/>
          </a:p>
        </p:txBody>
      </p:sp>
      <p:sp>
        <p:nvSpPr>
          <p:cNvPr id="281" name="Google Shape;281;p22">
            <a:extLst>
              <a:ext uri="{FF2B5EF4-FFF2-40B4-BE49-F238E27FC236}">
                <a16:creationId xmlns:a16="http://schemas.microsoft.com/office/drawing/2014/main" id="{F9E4FE60-2211-F344-77D0-7282E1EBF315}"/>
              </a:ext>
            </a:extLst>
          </p:cNvPr>
          <p:cNvSpPr txBox="1">
            <a:spLocks noGrp="1"/>
          </p:cNvSpPr>
          <p:nvPr>
            <p:ph type="body" idx="1"/>
          </p:nvPr>
        </p:nvSpPr>
        <p:spPr>
          <a:xfrm>
            <a:off x="7245114" y="2263608"/>
            <a:ext cx="1482300" cy="2412000"/>
          </a:xfrm>
          <a:prstGeom prst="rect">
            <a:avLst/>
          </a:prstGeom>
        </p:spPr>
        <p:txBody>
          <a:bodyPr spcFirstLastPara="1" wrap="square" lIns="91425" tIns="91425" rIns="91425" bIns="91425" anchor="t" anchorCtr="0">
            <a:noAutofit/>
          </a:bodyPr>
          <a:lstStyle/>
          <a:p>
            <a:pPr marL="0" lvl="0" indent="0">
              <a:spcAft>
                <a:spcPts val="1600"/>
              </a:spcAft>
              <a:buNone/>
            </a:pPr>
            <a:r>
              <a:rPr lang="en-GB" sz="1600" dirty="0" err="1"/>
              <a:t>Khách</a:t>
            </a:r>
            <a:r>
              <a:rPr lang="en-GB" sz="1600" dirty="0"/>
              <a:t> </a:t>
            </a:r>
            <a:r>
              <a:rPr lang="en-GB" sz="1600" dirty="0" err="1"/>
              <a:t>thanh</a:t>
            </a:r>
            <a:r>
              <a:rPr lang="en-GB" sz="1600" dirty="0"/>
              <a:t> </a:t>
            </a:r>
            <a:r>
              <a:rPr lang="en-GB" sz="1600" dirty="0" err="1"/>
              <a:t>toán</a:t>
            </a:r>
            <a:r>
              <a:rPr lang="en-GB" sz="1600" dirty="0"/>
              <a:t> </a:t>
            </a:r>
            <a:r>
              <a:rPr lang="en-GB" sz="1600" dirty="0" err="1"/>
              <a:t>và</a:t>
            </a:r>
            <a:r>
              <a:rPr lang="en-GB" sz="1600" dirty="0"/>
              <a:t> </a:t>
            </a:r>
            <a:r>
              <a:rPr lang="en-US" sz="1600" dirty="0" err="1"/>
              <a:t>cổng</a:t>
            </a:r>
            <a:r>
              <a:rPr lang="en-US" sz="1600" dirty="0"/>
              <a:t> </a:t>
            </a:r>
            <a:r>
              <a:rPr lang="en-US" sz="1600" dirty="0" err="1"/>
              <a:t>thanh</a:t>
            </a:r>
            <a:r>
              <a:rPr lang="en-US" sz="1600" dirty="0"/>
              <a:t> </a:t>
            </a:r>
            <a:r>
              <a:rPr lang="en-US" sz="1600" dirty="0" err="1"/>
              <a:t>toán</a:t>
            </a:r>
            <a:r>
              <a:rPr lang="en-US" sz="1600" dirty="0"/>
              <a:t> </a:t>
            </a:r>
            <a:r>
              <a:rPr lang="en-US" sz="1600" dirty="0" err="1"/>
              <a:t>sẽ</a:t>
            </a:r>
            <a:r>
              <a:rPr lang="en-US" sz="1600" dirty="0"/>
              <a:t> </a:t>
            </a:r>
            <a:r>
              <a:rPr lang="en-US" sz="1600" dirty="0" err="1"/>
              <a:t>gửi</a:t>
            </a:r>
            <a:r>
              <a:rPr lang="en-US" sz="1600" dirty="0"/>
              <a:t> </a:t>
            </a:r>
            <a:r>
              <a:rPr lang="en-US" sz="1600" dirty="0" err="1"/>
              <a:t>về</a:t>
            </a:r>
            <a:r>
              <a:rPr lang="en-US" sz="1600" dirty="0"/>
              <a:t> callback.</a:t>
            </a:r>
            <a:endParaRPr sz="1600" dirty="0"/>
          </a:p>
        </p:txBody>
      </p:sp>
      <p:sp>
        <p:nvSpPr>
          <p:cNvPr id="282" name="Google Shape;282;p22">
            <a:extLst>
              <a:ext uri="{FF2B5EF4-FFF2-40B4-BE49-F238E27FC236}">
                <a16:creationId xmlns:a16="http://schemas.microsoft.com/office/drawing/2014/main" id="{51FA8D1D-EDCC-045F-4B9B-0673607D8542}"/>
              </a:ext>
            </a:extLst>
          </p:cNvPr>
          <p:cNvSpPr txBox="1">
            <a:spLocks noGrp="1"/>
          </p:cNvSpPr>
          <p:nvPr>
            <p:ph type="subTitle" idx="2"/>
          </p:nvPr>
        </p:nvSpPr>
        <p:spPr>
          <a:xfrm>
            <a:off x="6940325" y="1600200"/>
            <a:ext cx="1482300" cy="466800"/>
          </a:xfrm>
          <a:prstGeom prst="rect">
            <a:avLst/>
          </a:prstGeom>
        </p:spPr>
        <p:txBody>
          <a:bodyPr spcFirstLastPara="1" wrap="square" lIns="91425" tIns="91425" rIns="91425" bIns="91425" anchor="ctr" anchorCtr="0">
            <a:noAutofit/>
          </a:bodyPr>
          <a:lstStyle/>
          <a:p>
            <a:pPr marL="0" lvl="0" indent="0" algn="ctr" rtl="0">
              <a:spcBef>
                <a:spcPts val="0"/>
              </a:spcBef>
              <a:spcAft>
                <a:spcPts val="1600"/>
              </a:spcAft>
              <a:buNone/>
            </a:pPr>
            <a:r>
              <a:rPr lang="en-GB" sz="1600" dirty="0" err="1"/>
              <a:t>Bước</a:t>
            </a:r>
            <a:r>
              <a:rPr lang="en-GB" sz="1600" dirty="0"/>
              <a:t> 5</a:t>
            </a:r>
            <a:endParaRPr sz="1600" dirty="0"/>
          </a:p>
        </p:txBody>
      </p:sp>
    </p:spTree>
    <p:extLst>
      <p:ext uri="{BB962C8B-B14F-4D97-AF65-F5344CB8AC3E}">
        <p14:creationId xmlns:p14="http://schemas.microsoft.com/office/powerpoint/2010/main" val="2701329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73">
                                            <p:txEl>
                                              <p:pRg st="0" end="0"/>
                                            </p:txEl>
                                          </p:spTgt>
                                        </p:tgtEl>
                                        <p:attrNameLst>
                                          <p:attrName>style.visibility</p:attrName>
                                        </p:attrNameLst>
                                      </p:cBhvr>
                                      <p:to>
                                        <p:strVal val="visible"/>
                                      </p:to>
                                    </p:set>
                                    <p:anim calcmode="lin" valueType="num">
                                      <p:cBhvr>
                                        <p:cTn id="7" dur="500" fill="hold"/>
                                        <p:tgtEl>
                                          <p:spTgt spid="27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27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27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275">
                                            <p:txEl>
                                              <p:pRg st="0" end="0"/>
                                            </p:txEl>
                                          </p:spTgt>
                                        </p:tgtEl>
                                        <p:attrNameLst>
                                          <p:attrName>style.visibility</p:attrName>
                                        </p:attrNameLst>
                                      </p:cBhvr>
                                      <p:to>
                                        <p:strVal val="visible"/>
                                      </p:to>
                                    </p:set>
                                    <p:anim calcmode="lin" valueType="num">
                                      <p:cBhvr>
                                        <p:cTn id="14" dur="500" fill="hold"/>
                                        <p:tgtEl>
                                          <p:spTgt spid="275">
                                            <p:txEl>
                                              <p:pRg st="0" end="0"/>
                                            </p:txEl>
                                          </p:spTgt>
                                        </p:tgtEl>
                                        <p:attrNameLst>
                                          <p:attrName>ppt_w</p:attrName>
                                        </p:attrNameLst>
                                      </p:cBhvr>
                                      <p:tavLst>
                                        <p:tav tm="0">
                                          <p:val>
                                            <p:fltVal val="0"/>
                                          </p:val>
                                        </p:tav>
                                        <p:tav tm="100000">
                                          <p:val>
                                            <p:strVal val="#ppt_w"/>
                                          </p:val>
                                        </p:tav>
                                      </p:tavLst>
                                    </p:anim>
                                    <p:anim calcmode="lin" valueType="num">
                                      <p:cBhvr>
                                        <p:cTn id="15" dur="500" fill="hold"/>
                                        <p:tgtEl>
                                          <p:spTgt spid="275">
                                            <p:txEl>
                                              <p:pRg st="0" end="0"/>
                                            </p:txEl>
                                          </p:spTgt>
                                        </p:tgtEl>
                                        <p:attrNameLst>
                                          <p:attrName>ppt_h</p:attrName>
                                        </p:attrNameLst>
                                      </p:cBhvr>
                                      <p:tavLst>
                                        <p:tav tm="0">
                                          <p:val>
                                            <p:fltVal val="0"/>
                                          </p:val>
                                        </p:tav>
                                        <p:tav tm="100000">
                                          <p:val>
                                            <p:strVal val="#ppt_h"/>
                                          </p:val>
                                        </p:tav>
                                      </p:tavLst>
                                    </p:anim>
                                    <p:animEffect transition="in" filter="fade">
                                      <p:cBhvr>
                                        <p:cTn id="16" dur="500"/>
                                        <p:tgtEl>
                                          <p:spTgt spid="275">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277">
                                            <p:txEl>
                                              <p:pRg st="0" end="0"/>
                                            </p:txEl>
                                          </p:spTgt>
                                        </p:tgtEl>
                                        <p:attrNameLst>
                                          <p:attrName>style.visibility</p:attrName>
                                        </p:attrNameLst>
                                      </p:cBhvr>
                                      <p:to>
                                        <p:strVal val="visible"/>
                                      </p:to>
                                    </p:set>
                                    <p:anim calcmode="lin" valueType="num">
                                      <p:cBhvr>
                                        <p:cTn id="21" dur="500" fill="hold"/>
                                        <p:tgtEl>
                                          <p:spTgt spid="277">
                                            <p:txEl>
                                              <p:pRg st="0" end="0"/>
                                            </p:txEl>
                                          </p:spTgt>
                                        </p:tgtEl>
                                        <p:attrNameLst>
                                          <p:attrName>ppt_w</p:attrName>
                                        </p:attrNameLst>
                                      </p:cBhvr>
                                      <p:tavLst>
                                        <p:tav tm="0">
                                          <p:val>
                                            <p:fltVal val="0"/>
                                          </p:val>
                                        </p:tav>
                                        <p:tav tm="100000">
                                          <p:val>
                                            <p:strVal val="#ppt_w"/>
                                          </p:val>
                                        </p:tav>
                                      </p:tavLst>
                                    </p:anim>
                                    <p:anim calcmode="lin" valueType="num">
                                      <p:cBhvr>
                                        <p:cTn id="22" dur="500" fill="hold"/>
                                        <p:tgtEl>
                                          <p:spTgt spid="277">
                                            <p:txEl>
                                              <p:pRg st="0" end="0"/>
                                            </p:txEl>
                                          </p:spTgt>
                                        </p:tgtEl>
                                        <p:attrNameLst>
                                          <p:attrName>ppt_h</p:attrName>
                                        </p:attrNameLst>
                                      </p:cBhvr>
                                      <p:tavLst>
                                        <p:tav tm="0">
                                          <p:val>
                                            <p:fltVal val="0"/>
                                          </p:val>
                                        </p:tav>
                                        <p:tav tm="100000">
                                          <p:val>
                                            <p:strVal val="#ppt_h"/>
                                          </p:val>
                                        </p:tav>
                                      </p:tavLst>
                                    </p:anim>
                                    <p:animEffect transition="in" filter="fade">
                                      <p:cBhvr>
                                        <p:cTn id="23" dur="500"/>
                                        <p:tgtEl>
                                          <p:spTgt spid="277">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279">
                                            <p:txEl>
                                              <p:pRg st="0" end="0"/>
                                            </p:txEl>
                                          </p:spTgt>
                                        </p:tgtEl>
                                        <p:attrNameLst>
                                          <p:attrName>style.visibility</p:attrName>
                                        </p:attrNameLst>
                                      </p:cBhvr>
                                      <p:to>
                                        <p:strVal val="visible"/>
                                      </p:to>
                                    </p:set>
                                    <p:anim calcmode="lin" valueType="num">
                                      <p:cBhvr>
                                        <p:cTn id="28" dur="500" fill="hold"/>
                                        <p:tgtEl>
                                          <p:spTgt spid="279">
                                            <p:txEl>
                                              <p:pRg st="0" end="0"/>
                                            </p:txEl>
                                          </p:spTgt>
                                        </p:tgtEl>
                                        <p:attrNameLst>
                                          <p:attrName>ppt_w</p:attrName>
                                        </p:attrNameLst>
                                      </p:cBhvr>
                                      <p:tavLst>
                                        <p:tav tm="0">
                                          <p:val>
                                            <p:fltVal val="0"/>
                                          </p:val>
                                        </p:tav>
                                        <p:tav tm="100000">
                                          <p:val>
                                            <p:strVal val="#ppt_w"/>
                                          </p:val>
                                        </p:tav>
                                      </p:tavLst>
                                    </p:anim>
                                    <p:anim calcmode="lin" valueType="num">
                                      <p:cBhvr>
                                        <p:cTn id="29" dur="500" fill="hold"/>
                                        <p:tgtEl>
                                          <p:spTgt spid="279">
                                            <p:txEl>
                                              <p:pRg st="0" end="0"/>
                                            </p:txEl>
                                          </p:spTgt>
                                        </p:tgtEl>
                                        <p:attrNameLst>
                                          <p:attrName>ppt_h</p:attrName>
                                        </p:attrNameLst>
                                      </p:cBhvr>
                                      <p:tavLst>
                                        <p:tav tm="0">
                                          <p:val>
                                            <p:fltVal val="0"/>
                                          </p:val>
                                        </p:tav>
                                        <p:tav tm="100000">
                                          <p:val>
                                            <p:strVal val="#ppt_h"/>
                                          </p:val>
                                        </p:tav>
                                      </p:tavLst>
                                    </p:anim>
                                    <p:animEffect transition="in" filter="fade">
                                      <p:cBhvr>
                                        <p:cTn id="30" dur="500"/>
                                        <p:tgtEl>
                                          <p:spTgt spid="279">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281">
                                            <p:txEl>
                                              <p:pRg st="0" end="0"/>
                                            </p:txEl>
                                          </p:spTgt>
                                        </p:tgtEl>
                                        <p:attrNameLst>
                                          <p:attrName>style.visibility</p:attrName>
                                        </p:attrNameLst>
                                      </p:cBhvr>
                                      <p:to>
                                        <p:strVal val="visible"/>
                                      </p:to>
                                    </p:set>
                                    <p:anim calcmode="lin" valueType="num">
                                      <p:cBhvr>
                                        <p:cTn id="35" dur="500" fill="hold"/>
                                        <p:tgtEl>
                                          <p:spTgt spid="281">
                                            <p:txEl>
                                              <p:pRg st="0" end="0"/>
                                            </p:txEl>
                                          </p:spTgt>
                                        </p:tgtEl>
                                        <p:attrNameLst>
                                          <p:attrName>ppt_w</p:attrName>
                                        </p:attrNameLst>
                                      </p:cBhvr>
                                      <p:tavLst>
                                        <p:tav tm="0">
                                          <p:val>
                                            <p:fltVal val="0"/>
                                          </p:val>
                                        </p:tav>
                                        <p:tav tm="100000">
                                          <p:val>
                                            <p:strVal val="#ppt_w"/>
                                          </p:val>
                                        </p:tav>
                                      </p:tavLst>
                                    </p:anim>
                                    <p:anim calcmode="lin" valueType="num">
                                      <p:cBhvr>
                                        <p:cTn id="36" dur="500" fill="hold"/>
                                        <p:tgtEl>
                                          <p:spTgt spid="281">
                                            <p:txEl>
                                              <p:pRg st="0" end="0"/>
                                            </p:txEl>
                                          </p:spTgt>
                                        </p:tgtEl>
                                        <p:attrNameLst>
                                          <p:attrName>ppt_h</p:attrName>
                                        </p:attrNameLst>
                                      </p:cBhvr>
                                      <p:tavLst>
                                        <p:tav tm="0">
                                          <p:val>
                                            <p:fltVal val="0"/>
                                          </p:val>
                                        </p:tav>
                                        <p:tav tm="100000">
                                          <p:val>
                                            <p:strVal val="#ppt_h"/>
                                          </p:val>
                                        </p:tav>
                                      </p:tavLst>
                                    </p:anim>
                                    <p:animEffect transition="in" filter="fade">
                                      <p:cBhvr>
                                        <p:cTn id="37" dur="500"/>
                                        <p:tgtEl>
                                          <p:spTgt spid="28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3">
          <a:extLst>
            <a:ext uri="{FF2B5EF4-FFF2-40B4-BE49-F238E27FC236}">
              <a16:creationId xmlns:a16="http://schemas.microsoft.com/office/drawing/2014/main" id="{6B93E593-627E-4584-055E-69953F485BDA}"/>
            </a:ext>
          </a:extLst>
        </p:cNvPr>
        <p:cNvGrpSpPr/>
        <p:nvPr/>
      </p:nvGrpSpPr>
      <p:grpSpPr>
        <a:xfrm>
          <a:off x="0" y="0"/>
          <a:ext cx="0" cy="0"/>
          <a:chOff x="0" y="0"/>
          <a:chExt cx="0" cy="0"/>
        </a:xfrm>
      </p:grpSpPr>
      <p:sp>
        <p:nvSpPr>
          <p:cNvPr id="214" name="Google Shape;214;p15">
            <a:extLst>
              <a:ext uri="{FF2B5EF4-FFF2-40B4-BE49-F238E27FC236}">
                <a16:creationId xmlns:a16="http://schemas.microsoft.com/office/drawing/2014/main" id="{1249AC21-D5F1-EBC4-04D4-AD8EC4E7A533}"/>
              </a:ext>
            </a:extLst>
          </p:cNvPr>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GB" sz="4000" b="1" dirty="0"/>
              <a:t>CALLBACK LÀ GÌ?</a:t>
            </a:r>
            <a:endParaRPr sz="4000" b="1" dirty="0"/>
          </a:p>
        </p:txBody>
      </p:sp>
    </p:spTree>
    <p:extLst>
      <p:ext uri="{BB962C8B-B14F-4D97-AF65-F5344CB8AC3E}">
        <p14:creationId xmlns:p14="http://schemas.microsoft.com/office/powerpoint/2010/main" val="108996441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42">
          <a:extLst>
            <a:ext uri="{FF2B5EF4-FFF2-40B4-BE49-F238E27FC236}">
              <a16:creationId xmlns:a16="http://schemas.microsoft.com/office/drawing/2014/main" id="{FABA2453-8040-4DFB-0EC6-31BC7DF6FEC9}"/>
            </a:ext>
          </a:extLst>
        </p:cNvPr>
        <p:cNvGrpSpPr/>
        <p:nvPr/>
      </p:nvGrpSpPr>
      <p:grpSpPr>
        <a:xfrm>
          <a:off x="0" y="0"/>
          <a:ext cx="0" cy="0"/>
          <a:chOff x="0" y="0"/>
          <a:chExt cx="0" cy="0"/>
        </a:xfrm>
      </p:grpSpPr>
      <p:sp>
        <p:nvSpPr>
          <p:cNvPr id="643" name="Google Shape;643;p29">
            <a:extLst>
              <a:ext uri="{FF2B5EF4-FFF2-40B4-BE49-F238E27FC236}">
                <a16:creationId xmlns:a16="http://schemas.microsoft.com/office/drawing/2014/main" id="{A0C82302-F189-3BA1-4871-67D6AAFC0BC2}"/>
              </a:ext>
            </a:extLst>
          </p:cNvPr>
          <p:cNvSpPr txBox="1">
            <a:spLocks noGrp="1"/>
          </p:cNvSpPr>
          <p:nvPr>
            <p:ph type="title"/>
          </p:nvPr>
        </p:nvSpPr>
        <p:spPr>
          <a:xfrm>
            <a:off x="177886" y="608669"/>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err="1"/>
              <a:t>CallBack</a:t>
            </a:r>
            <a:r>
              <a:rPr lang="en-US" b="1" dirty="0"/>
              <a:t> </a:t>
            </a:r>
            <a:r>
              <a:rPr lang="en-US" b="1" dirty="0" err="1"/>
              <a:t>là</a:t>
            </a:r>
            <a:r>
              <a:rPr lang="en-US" b="1" dirty="0"/>
              <a:t>:</a:t>
            </a:r>
            <a:endParaRPr b="1" dirty="0"/>
          </a:p>
        </p:txBody>
      </p:sp>
      <p:sp>
        <p:nvSpPr>
          <p:cNvPr id="644" name="Google Shape;644;p29">
            <a:extLst>
              <a:ext uri="{FF2B5EF4-FFF2-40B4-BE49-F238E27FC236}">
                <a16:creationId xmlns:a16="http://schemas.microsoft.com/office/drawing/2014/main" id="{C5500D57-4D57-B49B-C1A5-0034ACEABDF4}"/>
              </a:ext>
            </a:extLst>
          </p:cNvPr>
          <p:cNvSpPr txBox="1">
            <a:spLocks noGrp="1"/>
          </p:cNvSpPr>
          <p:nvPr>
            <p:ph type="body" idx="1"/>
          </p:nvPr>
        </p:nvSpPr>
        <p:spPr>
          <a:xfrm>
            <a:off x="311700" y="1349550"/>
            <a:ext cx="8520600" cy="2444400"/>
          </a:xfrm>
          <a:prstGeom prst="rect">
            <a:avLst/>
          </a:prstGeom>
        </p:spPr>
        <p:txBody>
          <a:bodyPr spcFirstLastPara="1" wrap="square" lIns="91425" tIns="91425" rIns="91425" bIns="91425" anchor="t" anchorCtr="0">
            <a:noAutofit/>
          </a:bodyPr>
          <a:lstStyle/>
          <a:p>
            <a:pPr lvl="0" algn="just"/>
            <a:r>
              <a:rPr lang="en-US" sz="1600" dirty="0" err="1"/>
              <a:t>Cổng</a:t>
            </a:r>
            <a:r>
              <a:rPr lang="en-US" sz="1600" dirty="0"/>
              <a:t> </a:t>
            </a:r>
            <a:r>
              <a:rPr lang="en-US" sz="1600" dirty="0" err="1"/>
              <a:t>thanh</a:t>
            </a:r>
            <a:r>
              <a:rPr lang="en-US" sz="1600" dirty="0"/>
              <a:t> </a:t>
            </a:r>
            <a:r>
              <a:rPr lang="en-US" sz="1600" dirty="0" err="1"/>
              <a:t>toán</a:t>
            </a:r>
            <a:r>
              <a:rPr lang="en-US" sz="1600" dirty="0"/>
              <a:t> </a:t>
            </a:r>
            <a:r>
              <a:rPr lang="en-US" sz="1600" dirty="0" err="1"/>
              <a:t>gửi</a:t>
            </a:r>
            <a:r>
              <a:rPr lang="en-US" sz="1600" dirty="0"/>
              <a:t> </a:t>
            </a:r>
            <a:r>
              <a:rPr lang="en-US" sz="1600" dirty="0" err="1"/>
              <a:t>kết</a:t>
            </a:r>
            <a:r>
              <a:rPr lang="en-US" sz="1600" dirty="0"/>
              <a:t> </a:t>
            </a:r>
            <a:r>
              <a:rPr lang="en-US" sz="1600" dirty="0" err="1"/>
              <a:t>quả</a:t>
            </a:r>
            <a:r>
              <a:rPr lang="en-US" sz="1600" dirty="0"/>
              <a:t> </a:t>
            </a:r>
            <a:r>
              <a:rPr lang="en-US" sz="1600" dirty="0" err="1"/>
              <a:t>giao</a:t>
            </a:r>
            <a:r>
              <a:rPr lang="en-US" sz="1600" dirty="0"/>
              <a:t> </a:t>
            </a:r>
            <a:r>
              <a:rPr lang="en-US" sz="1600" dirty="0" err="1"/>
              <a:t>dịch</a:t>
            </a:r>
            <a:r>
              <a:rPr lang="en-US" sz="1600" dirty="0"/>
              <a:t> </a:t>
            </a:r>
            <a:r>
              <a:rPr lang="en-US" sz="1600" dirty="0" err="1"/>
              <a:t>về</a:t>
            </a:r>
            <a:r>
              <a:rPr lang="en-US" sz="1600" dirty="0"/>
              <a:t> </a:t>
            </a:r>
            <a:r>
              <a:rPr lang="en-US" sz="1600" dirty="0" err="1"/>
              <a:t>cho</a:t>
            </a:r>
            <a:r>
              <a:rPr lang="en-US" sz="1600" dirty="0"/>
              <a:t> website </a:t>
            </a:r>
            <a:r>
              <a:rPr lang="en-US" sz="1600" dirty="0" err="1"/>
              <a:t>sau</a:t>
            </a:r>
            <a:r>
              <a:rPr lang="en-US" sz="1600" dirty="0"/>
              <a:t> </a:t>
            </a:r>
            <a:r>
              <a:rPr lang="en-US" sz="1600" dirty="0" err="1"/>
              <a:t>khi</a:t>
            </a:r>
            <a:r>
              <a:rPr lang="en-US" sz="1600" dirty="0"/>
              <a:t> </a:t>
            </a:r>
            <a:r>
              <a:rPr lang="en-US" sz="1600" dirty="0" err="1"/>
              <a:t>đã</a:t>
            </a:r>
            <a:r>
              <a:rPr lang="en-US" sz="1600" dirty="0"/>
              <a:t> </a:t>
            </a:r>
            <a:r>
              <a:rPr lang="en-US" sz="1600" dirty="0" err="1"/>
              <a:t>thanh</a:t>
            </a:r>
            <a:r>
              <a:rPr lang="en-US" sz="1600" dirty="0"/>
              <a:t> </a:t>
            </a:r>
            <a:r>
              <a:rPr lang="en-US" sz="1600" dirty="0" err="1"/>
              <a:t>toán</a:t>
            </a:r>
            <a:r>
              <a:rPr lang="en-US" sz="1600" dirty="0"/>
              <a:t>.</a:t>
            </a:r>
          </a:p>
          <a:p>
            <a:pPr lvl="0" algn="just"/>
            <a:r>
              <a:rPr lang="en-US" sz="1600" dirty="0" err="1"/>
              <a:t>Ví</a:t>
            </a:r>
            <a:r>
              <a:rPr lang="en-US" sz="1600" dirty="0"/>
              <a:t> </a:t>
            </a:r>
            <a:r>
              <a:rPr lang="en-US" sz="1600" dirty="0" err="1"/>
              <a:t>dụ</a:t>
            </a:r>
            <a:r>
              <a:rPr lang="en-US" sz="1600" dirty="0"/>
              <a:t>:</a:t>
            </a:r>
          </a:p>
          <a:p>
            <a:pPr lvl="0" algn="just"/>
            <a:endParaRPr lang="en-US" sz="1600" dirty="0"/>
          </a:p>
          <a:p>
            <a:pPr marL="114300" lvl="0" indent="0" algn="just">
              <a:buNone/>
            </a:pPr>
            <a:r>
              <a:rPr lang="en-US" sz="1600" dirty="0"/>
              <a:t>/payment-result</a:t>
            </a:r>
          </a:p>
          <a:p>
            <a:pPr marL="114300" lvl="0" indent="0" algn="just">
              <a:buNone/>
            </a:pPr>
            <a:endParaRPr lang="en-US" sz="1600" dirty="0"/>
          </a:p>
          <a:p>
            <a:pPr marL="114300" lvl="0" indent="0" algn="just">
              <a:buNone/>
            </a:pPr>
            <a:r>
              <a:rPr lang="en-US" sz="1600" dirty="0"/>
              <a:t>,</a:t>
            </a:r>
            <a:r>
              <a:rPr lang="en-US" sz="1600" dirty="0" err="1"/>
              <a:t>thì</a:t>
            </a:r>
            <a:r>
              <a:rPr lang="en-US" sz="1600" dirty="0"/>
              <a:t> </a:t>
            </a:r>
            <a:r>
              <a:rPr lang="en-US" sz="1600" dirty="0" err="1"/>
              <a:t>dữ</a:t>
            </a:r>
            <a:r>
              <a:rPr lang="en-US" sz="1600" dirty="0"/>
              <a:t> </a:t>
            </a:r>
            <a:r>
              <a:rPr lang="en-US" sz="1600" dirty="0" err="1"/>
              <a:t>liệu</a:t>
            </a:r>
            <a:r>
              <a:rPr lang="en-US" sz="1600" dirty="0"/>
              <a:t> </a:t>
            </a:r>
            <a:r>
              <a:rPr lang="en-US" sz="1600" dirty="0" err="1"/>
              <a:t>sẽ</a:t>
            </a:r>
            <a:r>
              <a:rPr lang="en-US" sz="1600" dirty="0"/>
              <a:t> </a:t>
            </a:r>
            <a:r>
              <a:rPr lang="en-US" sz="1600" dirty="0" err="1"/>
              <a:t>trả</a:t>
            </a:r>
            <a:r>
              <a:rPr lang="en-US" sz="1600" dirty="0"/>
              <a:t> </a:t>
            </a:r>
            <a:r>
              <a:rPr lang="en-US" sz="1600" dirty="0" err="1"/>
              <a:t>về</a:t>
            </a:r>
            <a:r>
              <a:rPr lang="en-US" sz="1600" dirty="0"/>
              <a:t>:</a:t>
            </a:r>
          </a:p>
          <a:p>
            <a:pPr marL="114300" lvl="0" indent="0" algn="just">
              <a:buNone/>
            </a:pPr>
            <a:br>
              <a:rPr lang="en-US" sz="1600" dirty="0"/>
            </a:br>
            <a:r>
              <a:rPr lang="en-US" sz="1600" dirty="0"/>
              <a:t>{</a:t>
            </a:r>
          </a:p>
          <a:p>
            <a:pPr marL="114300" lvl="0" indent="0" algn="just">
              <a:buNone/>
            </a:pPr>
            <a:r>
              <a:rPr lang="en-US" sz="1600" dirty="0"/>
              <a:t>  “</a:t>
            </a:r>
            <a:r>
              <a:rPr lang="en-US" sz="1600" dirty="0" err="1"/>
              <a:t>orderID</a:t>
            </a:r>
            <a:r>
              <a:rPr lang="en-US" sz="1600" dirty="0"/>
              <a:t>”: “123456”,</a:t>
            </a:r>
          </a:p>
          <a:p>
            <a:pPr marL="114300" lvl="0" indent="0" algn="just">
              <a:buNone/>
            </a:pPr>
            <a:r>
              <a:rPr lang="en-US" sz="1600" dirty="0"/>
              <a:t>  “</a:t>
            </a:r>
            <a:r>
              <a:rPr lang="en-US" sz="1600" dirty="0" err="1"/>
              <a:t>resultCode</a:t>
            </a:r>
            <a:r>
              <a:rPr lang="en-US" sz="1600" dirty="0"/>
              <a:t>”: 0</a:t>
            </a:r>
          </a:p>
          <a:p>
            <a:pPr marL="114300" lvl="0" indent="0">
              <a:buNone/>
            </a:pPr>
            <a:r>
              <a:rPr lang="en-US" sz="1600" dirty="0"/>
              <a:t>}</a:t>
            </a:r>
            <a:endParaRPr sz="1600" dirty="0"/>
          </a:p>
        </p:txBody>
      </p:sp>
      <p:pic>
        <p:nvPicPr>
          <p:cNvPr id="2" name="Picture 1">
            <a:extLst>
              <a:ext uri="{FF2B5EF4-FFF2-40B4-BE49-F238E27FC236}">
                <a16:creationId xmlns:a16="http://schemas.microsoft.com/office/drawing/2014/main" id="{2AA158C6-5274-655C-2EF1-7CE73E963788}"/>
              </a:ext>
            </a:extLst>
          </p:cNvPr>
          <p:cNvPicPr>
            <a:picLocks noChangeAspect="1"/>
          </p:cNvPicPr>
          <p:nvPr/>
        </p:nvPicPr>
        <p:blipFill>
          <a:blip r:embed="rId3"/>
          <a:stretch>
            <a:fillRect/>
          </a:stretch>
        </p:blipFill>
        <p:spPr>
          <a:xfrm>
            <a:off x="4075016" y="1862137"/>
            <a:ext cx="4468908" cy="3148584"/>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365353729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3">
          <a:extLst>
            <a:ext uri="{FF2B5EF4-FFF2-40B4-BE49-F238E27FC236}">
              <a16:creationId xmlns:a16="http://schemas.microsoft.com/office/drawing/2014/main" id="{75BF34F1-9AAC-3CC7-E8E6-0B442341CD15}"/>
            </a:ext>
          </a:extLst>
        </p:cNvPr>
        <p:cNvGrpSpPr/>
        <p:nvPr/>
      </p:nvGrpSpPr>
      <p:grpSpPr>
        <a:xfrm>
          <a:off x="0" y="0"/>
          <a:ext cx="0" cy="0"/>
          <a:chOff x="0" y="0"/>
          <a:chExt cx="0" cy="0"/>
        </a:xfrm>
      </p:grpSpPr>
      <p:sp>
        <p:nvSpPr>
          <p:cNvPr id="214" name="Google Shape;214;p15">
            <a:extLst>
              <a:ext uri="{FF2B5EF4-FFF2-40B4-BE49-F238E27FC236}">
                <a16:creationId xmlns:a16="http://schemas.microsoft.com/office/drawing/2014/main" id="{63A50386-8243-213C-C50C-8A015F678018}"/>
              </a:ext>
            </a:extLst>
          </p:cNvPr>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GB" sz="4000" b="1" dirty="0"/>
              <a:t>BẢO MẬT API THANH TOÁN VÀ CÁC LỖI THƯỜNG GẶP</a:t>
            </a:r>
            <a:endParaRPr sz="4000" b="1" dirty="0"/>
          </a:p>
        </p:txBody>
      </p:sp>
    </p:spTree>
    <p:extLst>
      <p:ext uri="{BB962C8B-B14F-4D97-AF65-F5344CB8AC3E}">
        <p14:creationId xmlns:p14="http://schemas.microsoft.com/office/powerpoint/2010/main" val="610279741"/>
      </p:ext>
    </p:extLst>
  </p:cSld>
  <p:clrMapOvr>
    <a:masterClrMapping/>
  </p:clrMapOvr>
  <p:transition spd="slow">
    <p:randomBar dir="ver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4">
          <a:extLst>
            <a:ext uri="{FF2B5EF4-FFF2-40B4-BE49-F238E27FC236}">
              <a16:creationId xmlns:a16="http://schemas.microsoft.com/office/drawing/2014/main" id="{3F7130C8-9885-7924-7279-C062C452F20E}"/>
            </a:ext>
          </a:extLst>
        </p:cNvPr>
        <p:cNvGrpSpPr/>
        <p:nvPr/>
      </p:nvGrpSpPr>
      <p:grpSpPr>
        <a:xfrm>
          <a:off x="0" y="0"/>
          <a:ext cx="0" cy="0"/>
          <a:chOff x="0" y="0"/>
          <a:chExt cx="0" cy="0"/>
        </a:xfrm>
      </p:grpSpPr>
      <p:sp>
        <p:nvSpPr>
          <p:cNvPr id="225" name="Google Shape;225;p17">
            <a:extLst>
              <a:ext uri="{FF2B5EF4-FFF2-40B4-BE49-F238E27FC236}">
                <a16:creationId xmlns:a16="http://schemas.microsoft.com/office/drawing/2014/main" id="{E5129F33-DD65-6A12-D42D-549C89425635}"/>
              </a:ext>
            </a:extLst>
          </p:cNvPr>
          <p:cNvSpPr txBox="1">
            <a:spLocks noGrp="1"/>
          </p:cNvSpPr>
          <p:nvPr>
            <p:ph type="title"/>
          </p:nvPr>
        </p:nvSpPr>
        <p:spPr>
          <a:xfrm>
            <a:off x="199103" y="445025"/>
            <a:ext cx="8520600" cy="572700"/>
          </a:xfrm>
          <a:prstGeom prst="rect">
            <a:avLst/>
          </a:prstGeom>
        </p:spPr>
        <p:txBody>
          <a:bodyPr spcFirstLastPara="1" wrap="square" lIns="91425" tIns="91425" rIns="91425" bIns="91425" anchor="t" anchorCtr="0">
            <a:noAutofit/>
          </a:bodyPr>
          <a:lstStyle/>
          <a:p>
            <a:pPr lvl="0"/>
            <a:r>
              <a:rPr lang="en-GB" b="1" dirty="0"/>
              <a:t>Bảo </a:t>
            </a:r>
            <a:r>
              <a:rPr lang="en-GB" b="1" dirty="0" err="1"/>
              <a:t>mật</a:t>
            </a:r>
            <a:r>
              <a:rPr lang="en-GB" b="1" dirty="0"/>
              <a:t> </a:t>
            </a:r>
            <a:r>
              <a:rPr lang="en-GB" b="1" dirty="0" err="1"/>
              <a:t>và</a:t>
            </a:r>
            <a:r>
              <a:rPr lang="en-GB" b="1" dirty="0"/>
              <a:t> </a:t>
            </a:r>
            <a:r>
              <a:rPr lang="en-GB" b="1" dirty="0" err="1"/>
              <a:t>các</a:t>
            </a:r>
            <a:r>
              <a:rPr lang="en-GB" b="1" dirty="0"/>
              <a:t> </a:t>
            </a:r>
            <a:r>
              <a:rPr lang="en-GB" b="1" dirty="0" err="1"/>
              <a:t>lỗi</a:t>
            </a:r>
            <a:r>
              <a:rPr lang="en-GB" b="1" dirty="0"/>
              <a:t> </a:t>
            </a:r>
            <a:r>
              <a:rPr lang="en-GB" b="1" dirty="0" err="1"/>
              <a:t>thường</a:t>
            </a:r>
            <a:r>
              <a:rPr lang="en-GB" b="1" dirty="0"/>
              <a:t> </a:t>
            </a:r>
            <a:r>
              <a:rPr lang="en-GB" b="1" dirty="0" err="1"/>
              <a:t>gặp</a:t>
            </a:r>
            <a:r>
              <a:rPr lang="en-GB" b="1" dirty="0"/>
              <a:t>:</a:t>
            </a:r>
            <a:endParaRPr b="1" dirty="0"/>
          </a:p>
        </p:txBody>
      </p:sp>
      <p:sp>
        <p:nvSpPr>
          <p:cNvPr id="227" name="Google Shape;227;p17">
            <a:extLst>
              <a:ext uri="{FF2B5EF4-FFF2-40B4-BE49-F238E27FC236}">
                <a16:creationId xmlns:a16="http://schemas.microsoft.com/office/drawing/2014/main" id="{D39EAFE9-488C-3F94-0FF4-1C95664FE994}"/>
              </a:ext>
            </a:extLst>
          </p:cNvPr>
          <p:cNvSpPr txBox="1">
            <a:spLocks noGrp="1"/>
          </p:cNvSpPr>
          <p:nvPr>
            <p:ph type="body" idx="4294967295"/>
          </p:nvPr>
        </p:nvSpPr>
        <p:spPr>
          <a:xfrm>
            <a:off x="423747" y="1336408"/>
            <a:ext cx="3487149" cy="3160265"/>
          </a:xfrm>
          <a:prstGeom prst="rect">
            <a:avLst/>
          </a:prstGeom>
        </p:spPr>
        <p:txBody>
          <a:bodyPr spcFirstLastPara="1" wrap="square" lIns="91425" tIns="91425" rIns="91425" bIns="91425" anchor="ctr" anchorCtr="0">
            <a:noAutofit/>
          </a:bodyPr>
          <a:lstStyle/>
          <a:p>
            <a:pPr lvl="0"/>
            <a:r>
              <a:rPr lang="en-US" sz="1600" dirty="0"/>
              <a:t>Bảo </a:t>
            </a:r>
            <a:r>
              <a:rPr lang="en-US" sz="1600" dirty="0" err="1"/>
              <a:t>mật</a:t>
            </a:r>
            <a:r>
              <a:rPr lang="en-US" sz="1600" dirty="0"/>
              <a:t>: </a:t>
            </a:r>
          </a:p>
          <a:p>
            <a:pPr lvl="1"/>
            <a:r>
              <a:rPr lang="en-US" sz="1600" dirty="0"/>
              <a:t>API key: </a:t>
            </a:r>
            <a:r>
              <a:rPr lang="en-US" sz="1600" dirty="0" err="1"/>
              <a:t>mỗi</a:t>
            </a:r>
            <a:r>
              <a:rPr lang="en-US" sz="1600" dirty="0"/>
              <a:t> </a:t>
            </a:r>
            <a:r>
              <a:rPr lang="en-US" sz="1600" dirty="0" err="1"/>
              <a:t>hệ</a:t>
            </a:r>
            <a:r>
              <a:rPr lang="en-US" sz="1600" dirty="0"/>
              <a:t> </a:t>
            </a:r>
            <a:r>
              <a:rPr lang="en-US" sz="1600" dirty="0" err="1"/>
              <a:t>thống</a:t>
            </a:r>
            <a:r>
              <a:rPr lang="en-US" sz="1600" dirty="0"/>
              <a:t> </a:t>
            </a:r>
            <a:r>
              <a:rPr lang="en-US" sz="1600" dirty="0" err="1"/>
              <a:t>đều</a:t>
            </a:r>
            <a:r>
              <a:rPr lang="en-US" sz="1600" dirty="0"/>
              <a:t> </a:t>
            </a:r>
            <a:r>
              <a:rPr lang="en-US" sz="1600" dirty="0" err="1"/>
              <a:t>có</a:t>
            </a:r>
            <a:r>
              <a:rPr lang="en-US" sz="1600" dirty="0"/>
              <a:t> key </a:t>
            </a:r>
            <a:r>
              <a:rPr lang="en-US" sz="1600" dirty="0" err="1"/>
              <a:t>riêng</a:t>
            </a:r>
            <a:r>
              <a:rPr lang="en-US" sz="1600" dirty="0"/>
              <a:t>.</a:t>
            </a:r>
          </a:p>
          <a:p>
            <a:pPr lvl="1"/>
            <a:r>
              <a:rPr lang="en-US" sz="1600" dirty="0"/>
              <a:t>Signature: </a:t>
            </a:r>
            <a:r>
              <a:rPr lang="en-US" sz="1600" dirty="0" err="1"/>
              <a:t>dùng</a:t>
            </a:r>
            <a:r>
              <a:rPr lang="en-US" sz="1600" dirty="0"/>
              <a:t> hash SHA256 </a:t>
            </a:r>
            <a:r>
              <a:rPr lang="en-US" sz="1600" dirty="0" err="1"/>
              <a:t>để</a:t>
            </a:r>
            <a:r>
              <a:rPr lang="en-US" sz="1600" dirty="0"/>
              <a:t> </a:t>
            </a:r>
            <a:r>
              <a:rPr lang="en-US" sz="1600" dirty="0" err="1"/>
              <a:t>xác</a:t>
            </a:r>
            <a:r>
              <a:rPr lang="en-US" sz="1600" dirty="0"/>
              <a:t> </a:t>
            </a:r>
            <a:r>
              <a:rPr lang="en-US" sz="1600" dirty="0" err="1"/>
              <a:t>thực</a:t>
            </a:r>
            <a:r>
              <a:rPr lang="en-US" sz="1600" dirty="0"/>
              <a:t>.</a:t>
            </a:r>
          </a:p>
          <a:p>
            <a:pPr lvl="1"/>
            <a:r>
              <a:rPr lang="en-US" sz="1600" dirty="0"/>
              <a:t>HTTPS: </a:t>
            </a:r>
            <a:r>
              <a:rPr lang="en-US" sz="1600" dirty="0" err="1"/>
              <a:t>mã</a:t>
            </a:r>
            <a:r>
              <a:rPr lang="en-US" sz="1600" dirty="0"/>
              <a:t> </a:t>
            </a:r>
            <a:r>
              <a:rPr lang="en-US" sz="1600" dirty="0" err="1"/>
              <a:t>hóa</a:t>
            </a:r>
            <a:r>
              <a:rPr lang="en-US" sz="1600" dirty="0"/>
              <a:t> </a:t>
            </a:r>
            <a:r>
              <a:rPr lang="en-US" sz="1600" dirty="0" err="1"/>
              <a:t>dữ</a:t>
            </a:r>
            <a:r>
              <a:rPr lang="en-US" sz="1600" dirty="0"/>
              <a:t> </a:t>
            </a:r>
            <a:r>
              <a:rPr lang="en-US" sz="1600" dirty="0" err="1"/>
              <a:t>liệu</a:t>
            </a:r>
            <a:r>
              <a:rPr lang="en-US" sz="1600" dirty="0"/>
              <a:t>.</a:t>
            </a:r>
          </a:p>
          <a:p>
            <a:pPr lvl="0"/>
            <a:endParaRPr lang="en-US" sz="1600" dirty="0"/>
          </a:p>
        </p:txBody>
      </p:sp>
      <p:sp>
        <p:nvSpPr>
          <p:cNvPr id="4" name="Google Shape;227;p17">
            <a:extLst>
              <a:ext uri="{FF2B5EF4-FFF2-40B4-BE49-F238E27FC236}">
                <a16:creationId xmlns:a16="http://schemas.microsoft.com/office/drawing/2014/main" id="{657794E6-FC79-3CCE-9F83-C485F111BD66}"/>
              </a:ext>
            </a:extLst>
          </p:cNvPr>
          <p:cNvSpPr txBox="1">
            <a:spLocks noGrp="1"/>
          </p:cNvSpPr>
          <p:nvPr>
            <p:ph type="body" idx="1"/>
          </p:nvPr>
        </p:nvSpPr>
        <p:spPr>
          <a:xfrm>
            <a:off x="3910896" y="824437"/>
            <a:ext cx="5034001" cy="3672236"/>
          </a:xfrm>
          <a:prstGeom prst="rect">
            <a:avLst/>
          </a:prstGeom>
        </p:spPr>
        <p:txBody>
          <a:bodyPr spcFirstLastPara="1" wrap="square" lIns="91425" tIns="91425" rIns="91425" bIns="91425" anchor="ctr" anchorCtr="0">
            <a:noAutofit/>
          </a:bodyPr>
          <a:lstStyle/>
          <a:p>
            <a:pPr lvl="0" algn="just"/>
            <a:r>
              <a:rPr lang="en-US" sz="1600" dirty="0"/>
              <a:t>Các </a:t>
            </a:r>
            <a:r>
              <a:rPr lang="en-US" sz="1600" dirty="0" err="1"/>
              <a:t>lỗi</a:t>
            </a:r>
            <a:r>
              <a:rPr lang="en-US" sz="1600" dirty="0"/>
              <a:t> </a:t>
            </a:r>
            <a:r>
              <a:rPr lang="en-US" sz="1600" dirty="0" err="1"/>
              <a:t>thường</a:t>
            </a:r>
            <a:r>
              <a:rPr lang="en-US" sz="1600" dirty="0"/>
              <a:t> </a:t>
            </a:r>
            <a:r>
              <a:rPr lang="en-US" sz="1600" dirty="0" err="1"/>
              <a:t>gặp</a:t>
            </a:r>
            <a:r>
              <a:rPr lang="en-US" sz="1600" dirty="0"/>
              <a:t>:</a:t>
            </a:r>
          </a:p>
          <a:p>
            <a:pPr lvl="1" algn="just"/>
            <a:r>
              <a:rPr lang="en-US" sz="1600" dirty="0"/>
              <a:t>Sai </a:t>
            </a:r>
            <a:r>
              <a:rPr lang="en-US" sz="1600" dirty="0" err="1"/>
              <a:t>chữ</a:t>
            </a:r>
            <a:r>
              <a:rPr lang="en-US" sz="1600" dirty="0"/>
              <a:t> </a:t>
            </a:r>
            <a:r>
              <a:rPr lang="en-US" sz="1600" dirty="0" err="1"/>
              <a:t>ký</a:t>
            </a:r>
            <a:r>
              <a:rPr lang="en-US" sz="1600" dirty="0"/>
              <a:t> -&gt; </a:t>
            </a:r>
            <a:r>
              <a:rPr lang="en-US" sz="1600" dirty="0" err="1"/>
              <a:t>nguyên</a:t>
            </a:r>
            <a:r>
              <a:rPr lang="en-US" sz="1600" dirty="0"/>
              <a:t> </a:t>
            </a:r>
            <a:r>
              <a:rPr lang="en-US" sz="1600" dirty="0" err="1"/>
              <a:t>nhân</a:t>
            </a:r>
            <a:r>
              <a:rPr lang="en-US" sz="1600" dirty="0"/>
              <a:t> do </a:t>
            </a:r>
            <a:r>
              <a:rPr lang="en-US" sz="1600" dirty="0" err="1"/>
              <a:t>sai</a:t>
            </a:r>
            <a:r>
              <a:rPr lang="en-US" sz="1600" dirty="0"/>
              <a:t> secret key.</a:t>
            </a:r>
          </a:p>
          <a:p>
            <a:pPr lvl="1" algn="just"/>
            <a:r>
              <a:rPr lang="en-US" sz="1600" dirty="0"/>
              <a:t>Thanh </a:t>
            </a:r>
            <a:r>
              <a:rPr lang="en-US" sz="1600" dirty="0" err="1"/>
              <a:t>toán</a:t>
            </a:r>
            <a:r>
              <a:rPr lang="en-US" sz="1600" dirty="0"/>
              <a:t> </a:t>
            </a:r>
            <a:r>
              <a:rPr lang="en-US" sz="1600" dirty="0" err="1"/>
              <a:t>thất</a:t>
            </a:r>
            <a:r>
              <a:rPr lang="en-US" sz="1600" dirty="0"/>
              <a:t> </a:t>
            </a:r>
            <a:r>
              <a:rPr lang="en-US" sz="1600" dirty="0" err="1"/>
              <a:t>bại</a:t>
            </a:r>
            <a:r>
              <a:rPr lang="en-US" sz="1600" dirty="0"/>
              <a:t> -&gt; </a:t>
            </a:r>
            <a:r>
              <a:rPr lang="en-US" sz="1600" dirty="0" err="1"/>
              <a:t>nguyên</a:t>
            </a:r>
            <a:r>
              <a:rPr lang="en-US" sz="1600" dirty="0"/>
              <a:t> </a:t>
            </a:r>
            <a:r>
              <a:rPr lang="en-US" sz="1600" dirty="0" err="1"/>
              <a:t>nhân</a:t>
            </a:r>
            <a:r>
              <a:rPr lang="en-US" sz="1600" dirty="0"/>
              <a:t> do </a:t>
            </a:r>
            <a:r>
              <a:rPr lang="en-US" sz="1600" dirty="0" err="1"/>
              <a:t>không</a:t>
            </a:r>
            <a:r>
              <a:rPr lang="en-US" sz="1600" dirty="0"/>
              <a:t> </a:t>
            </a:r>
            <a:r>
              <a:rPr lang="en-US" sz="1600" dirty="0" err="1"/>
              <a:t>đủ</a:t>
            </a:r>
            <a:r>
              <a:rPr lang="en-US" sz="1600" dirty="0"/>
              <a:t> </a:t>
            </a:r>
            <a:r>
              <a:rPr lang="en-US" sz="1600" dirty="0" err="1"/>
              <a:t>tiền</a:t>
            </a:r>
            <a:r>
              <a:rPr lang="en-US" sz="1600" dirty="0"/>
              <a:t>.</a:t>
            </a:r>
          </a:p>
          <a:p>
            <a:pPr lvl="1" algn="just"/>
            <a:r>
              <a:rPr lang="en-US" sz="1600" dirty="0"/>
              <a:t>Sai order id -&gt; </a:t>
            </a:r>
            <a:r>
              <a:rPr lang="en-US" sz="1600" dirty="0" err="1"/>
              <a:t>nguyên</a:t>
            </a:r>
            <a:r>
              <a:rPr lang="en-US" sz="1600" dirty="0"/>
              <a:t> </a:t>
            </a:r>
            <a:r>
              <a:rPr lang="en-US" sz="1600" dirty="0" err="1"/>
              <a:t>nhân</a:t>
            </a:r>
            <a:r>
              <a:rPr lang="en-US" sz="1600" dirty="0"/>
              <a:t> do </a:t>
            </a:r>
            <a:r>
              <a:rPr lang="en-US" sz="1600" dirty="0" err="1"/>
              <a:t>trùng</a:t>
            </a:r>
            <a:r>
              <a:rPr lang="en-US" sz="1600" dirty="0"/>
              <a:t> </a:t>
            </a:r>
            <a:r>
              <a:rPr lang="en-US" sz="1600" dirty="0" err="1"/>
              <a:t>đơn</a:t>
            </a:r>
            <a:r>
              <a:rPr lang="en-US" sz="1600" dirty="0"/>
              <a:t> </a:t>
            </a:r>
            <a:r>
              <a:rPr lang="en-US" sz="1600" dirty="0" err="1"/>
              <a:t>hàng</a:t>
            </a:r>
            <a:r>
              <a:rPr lang="en-US" sz="1600" dirty="0"/>
              <a:t>.</a:t>
            </a:r>
          </a:p>
          <a:p>
            <a:pPr lvl="0"/>
            <a:endParaRPr lang="en-US" sz="1600" dirty="0"/>
          </a:p>
        </p:txBody>
      </p:sp>
    </p:spTree>
    <p:extLst>
      <p:ext uri="{BB962C8B-B14F-4D97-AF65-F5344CB8AC3E}">
        <p14:creationId xmlns:p14="http://schemas.microsoft.com/office/powerpoint/2010/main" val="373488729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7">
                                            <p:txEl>
                                              <p:pRg st="0" end="0"/>
                                            </p:txEl>
                                          </p:spTgt>
                                        </p:tgtEl>
                                        <p:attrNameLst>
                                          <p:attrName>style.visibility</p:attrName>
                                        </p:attrNameLst>
                                      </p:cBhvr>
                                      <p:to>
                                        <p:strVal val="visible"/>
                                      </p:to>
                                    </p:set>
                                    <p:animEffect transition="in" filter="fade">
                                      <p:cBhvr>
                                        <p:cTn id="7" dur="500"/>
                                        <p:tgtEl>
                                          <p:spTgt spid="227">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27">
                                            <p:txEl>
                                              <p:pRg st="1" end="1"/>
                                            </p:txEl>
                                          </p:spTgt>
                                        </p:tgtEl>
                                        <p:attrNameLst>
                                          <p:attrName>style.visibility</p:attrName>
                                        </p:attrNameLst>
                                      </p:cBhvr>
                                      <p:to>
                                        <p:strVal val="visible"/>
                                      </p:to>
                                    </p:set>
                                    <p:animEffect transition="in" filter="fade">
                                      <p:cBhvr>
                                        <p:cTn id="10" dur="500"/>
                                        <p:tgtEl>
                                          <p:spTgt spid="227">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27">
                                            <p:txEl>
                                              <p:pRg st="2" end="2"/>
                                            </p:txEl>
                                          </p:spTgt>
                                        </p:tgtEl>
                                        <p:attrNameLst>
                                          <p:attrName>style.visibility</p:attrName>
                                        </p:attrNameLst>
                                      </p:cBhvr>
                                      <p:to>
                                        <p:strVal val="visible"/>
                                      </p:to>
                                    </p:set>
                                    <p:animEffect transition="in" filter="fade">
                                      <p:cBhvr>
                                        <p:cTn id="13" dur="500"/>
                                        <p:tgtEl>
                                          <p:spTgt spid="227">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227">
                                            <p:txEl>
                                              <p:pRg st="3" end="3"/>
                                            </p:txEl>
                                          </p:spTgt>
                                        </p:tgtEl>
                                        <p:attrNameLst>
                                          <p:attrName>style.visibility</p:attrName>
                                        </p:attrNameLst>
                                      </p:cBhvr>
                                      <p:to>
                                        <p:strVal val="visible"/>
                                      </p:to>
                                    </p:set>
                                    <p:animEffect transition="in" filter="fade">
                                      <p:cBhvr>
                                        <p:cTn id="16" dur="500"/>
                                        <p:tgtEl>
                                          <p:spTgt spid="227">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4">
                                            <p:txEl>
                                              <p:pRg st="0" end="0"/>
                                            </p:txEl>
                                          </p:spTgt>
                                        </p:tgtEl>
                                        <p:attrNameLst>
                                          <p:attrName>style.visibility</p:attrName>
                                        </p:attrNameLst>
                                      </p:cBhvr>
                                      <p:to>
                                        <p:strVal val="visible"/>
                                      </p:to>
                                    </p:set>
                                    <p:animEffect transition="in" filter="fade">
                                      <p:cBhvr>
                                        <p:cTn id="21" dur="500"/>
                                        <p:tgtEl>
                                          <p:spTgt spid="4">
                                            <p:txEl>
                                              <p:pRg st="0" end="0"/>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4">
                                            <p:txEl>
                                              <p:pRg st="1" end="1"/>
                                            </p:txEl>
                                          </p:spTgt>
                                        </p:tgtEl>
                                        <p:attrNameLst>
                                          <p:attrName>style.visibility</p:attrName>
                                        </p:attrNameLst>
                                      </p:cBhvr>
                                      <p:to>
                                        <p:strVal val="visible"/>
                                      </p:to>
                                    </p:set>
                                    <p:animEffect transition="in" filter="fade">
                                      <p:cBhvr>
                                        <p:cTn id="24" dur="500"/>
                                        <p:tgtEl>
                                          <p:spTgt spid="4">
                                            <p:txEl>
                                              <p:pRg st="1" end="1"/>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4">
                                            <p:txEl>
                                              <p:pRg st="2" end="2"/>
                                            </p:txEl>
                                          </p:spTgt>
                                        </p:tgtEl>
                                        <p:attrNameLst>
                                          <p:attrName>style.visibility</p:attrName>
                                        </p:attrNameLst>
                                      </p:cBhvr>
                                      <p:to>
                                        <p:strVal val="visible"/>
                                      </p:to>
                                    </p:set>
                                    <p:animEffect transition="in" filter="fade">
                                      <p:cBhvr>
                                        <p:cTn id="27" dur="500"/>
                                        <p:tgtEl>
                                          <p:spTgt spid="4">
                                            <p:txEl>
                                              <p:pRg st="2" end="2"/>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4">
                                            <p:txEl>
                                              <p:pRg st="3" end="3"/>
                                            </p:txEl>
                                          </p:spTgt>
                                        </p:tgtEl>
                                        <p:attrNameLst>
                                          <p:attrName>style.visibility</p:attrName>
                                        </p:attrNameLst>
                                      </p:cBhvr>
                                      <p:to>
                                        <p:strVal val="visible"/>
                                      </p:to>
                                    </p:set>
                                    <p:animEffect transition="in" filter="fade">
                                      <p:cBhvr>
                                        <p:cTn id="30"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3">
          <a:extLst>
            <a:ext uri="{FF2B5EF4-FFF2-40B4-BE49-F238E27FC236}">
              <a16:creationId xmlns:a16="http://schemas.microsoft.com/office/drawing/2014/main" id="{5C713449-2144-E8C6-827A-55C06F2AB07D}"/>
            </a:ext>
          </a:extLst>
        </p:cNvPr>
        <p:cNvGrpSpPr/>
        <p:nvPr/>
      </p:nvGrpSpPr>
      <p:grpSpPr>
        <a:xfrm>
          <a:off x="0" y="0"/>
          <a:ext cx="0" cy="0"/>
          <a:chOff x="0" y="0"/>
          <a:chExt cx="0" cy="0"/>
        </a:xfrm>
      </p:grpSpPr>
      <p:sp>
        <p:nvSpPr>
          <p:cNvPr id="214" name="Google Shape;214;p15">
            <a:extLst>
              <a:ext uri="{FF2B5EF4-FFF2-40B4-BE49-F238E27FC236}">
                <a16:creationId xmlns:a16="http://schemas.microsoft.com/office/drawing/2014/main" id="{C68DF3AE-D166-9F8E-03D4-4355EFD96BFD}"/>
              </a:ext>
            </a:extLst>
          </p:cNvPr>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GB" sz="4000" b="1" dirty="0"/>
              <a:t>ỨNG DỤNG THỰC THẾ VÀ ƯU ĐIỂM, NHƯỢC ĐIỂM</a:t>
            </a:r>
            <a:endParaRPr sz="4000" b="1" dirty="0"/>
          </a:p>
        </p:txBody>
      </p:sp>
    </p:spTree>
    <p:extLst>
      <p:ext uri="{BB962C8B-B14F-4D97-AF65-F5344CB8AC3E}">
        <p14:creationId xmlns:p14="http://schemas.microsoft.com/office/powerpoint/2010/main" val="119513775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42">
          <a:extLst>
            <a:ext uri="{FF2B5EF4-FFF2-40B4-BE49-F238E27FC236}">
              <a16:creationId xmlns:a16="http://schemas.microsoft.com/office/drawing/2014/main" id="{B34BBA4D-563F-3E8B-198C-8FC90222AD78}"/>
            </a:ext>
          </a:extLst>
        </p:cNvPr>
        <p:cNvGrpSpPr/>
        <p:nvPr/>
      </p:nvGrpSpPr>
      <p:grpSpPr>
        <a:xfrm>
          <a:off x="0" y="0"/>
          <a:ext cx="0" cy="0"/>
          <a:chOff x="0" y="0"/>
          <a:chExt cx="0" cy="0"/>
        </a:xfrm>
      </p:grpSpPr>
      <p:sp>
        <p:nvSpPr>
          <p:cNvPr id="643" name="Google Shape;643;p29">
            <a:extLst>
              <a:ext uri="{FF2B5EF4-FFF2-40B4-BE49-F238E27FC236}">
                <a16:creationId xmlns:a16="http://schemas.microsoft.com/office/drawing/2014/main" id="{48DF0909-CD55-4D9D-0F0C-0F9048562003}"/>
              </a:ext>
            </a:extLst>
          </p:cNvPr>
          <p:cNvSpPr txBox="1">
            <a:spLocks noGrp="1"/>
          </p:cNvSpPr>
          <p:nvPr>
            <p:ph type="title"/>
          </p:nvPr>
        </p:nvSpPr>
        <p:spPr>
          <a:xfrm>
            <a:off x="237359" y="462827"/>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err="1"/>
              <a:t>Ứng</a:t>
            </a:r>
            <a:r>
              <a:rPr lang="en-US" dirty="0"/>
              <a:t> </a:t>
            </a:r>
            <a:r>
              <a:rPr lang="en-US" dirty="0" err="1"/>
              <a:t>dụng</a:t>
            </a:r>
            <a:r>
              <a:rPr lang="en-US" dirty="0"/>
              <a:t> </a:t>
            </a:r>
            <a:r>
              <a:rPr lang="en-US" dirty="0" err="1"/>
              <a:t>thực</a:t>
            </a:r>
            <a:r>
              <a:rPr lang="en-US" dirty="0"/>
              <a:t> </a:t>
            </a:r>
            <a:r>
              <a:rPr lang="en-US" dirty="0" err="1"/>
              <a:t>tế</a:t>
            </a:r>
            <a:r>
              <a:rPr lang="en-US" dirty="0"/>
              <a:t>, </a:t>
            </a:r>
            <a:r>
              <a:rPr lang="en-US" dirty="0" err="1"/>
              <a:t>ưu</a:t>
            </a:r>
            <a:r>
              <a:rPr lang="en-US" dirty="0"/>
              <a:t> </a:t>
            </a:r>
            <a:r>
              <a:rPr lang="en-US" dirty="0" err="1"/>
              <a:t>điểm</a:t>
            </a:r>
            <a:r>
              <a:rPr lang="en-US" dirty="0"/>
              <a:t>, </a:t>
            </a:r>
            <a:r>
              <a:rPr lang="en-US" dirty="0" err="1"/>
              <a:t>nhược</a:t>
            </a:r>
            <a:r>
              <a:rPr lang="en-US" dirty="0"/>
              <a:t> </a:t>
            </a:r>
            <a:r>
              <a:rPr lang="en-US" dirty="0" err="1"/>
              <a:t>điểm</a:t>
            </a:r>
            <a:r>
              <a:rPr lang="en-US" dirty="0"/>
              <a:t>:</a:t>
            </a:r>
            <a:endParaRPr dirty="0"/>
          </a:p>
        </p:txBody>
      </p:sp>
      <p:sp>
        <p:nvSpPr>
          <p:cNvPr id="644" name="Google Shape;644;p29">
            <a:extLst>
              <a:ext uri="{FF2B5EF4-FFF2-40B4-BE49-F238E27FC236}">
                <a16:creationId xmlns:a16="http://schemas.microsoft.com/office/drawing/2014/main" id="{D3272F99-2F12-AD0D-F44B-ECB6FCD997CA}"/>
              </a:ext>
            </a:extLst>
          </p:cNvPr>
          <p:cNvSpPr txBox="1">
            <a:spLocks noGrp="1"/>
          </p:cNvSpPr>
          <p:nvPr>
            <p:ph type="body" idx="1"/>
          </p:nvPr>
        </p:nvSpPr>
        <p:spPr>
          <a:xfrm>
            <a:off x="519856" y="1349550"/>
            <a:ext cx="8520600" cy="2444400"/>
          </a:xfrm>
          <a:prstGeom prst="rect">
            <a:avLst/>
          </a:prstGeom>
        </p:spPr>
        <p:txBody>
          <a:bodyPr spcFirstLastPara="1" wrap="square" lIns="91425" tIns="91425" rIns="91425" bIns="91425" anchor="t" anchorCtr="0">
            <a:noAutofit/>
          </a:bodyPr>
          <a:lstStyle/>
          <a:p>
            <a:pPr lvl="0"/>
            <a:r>
              <a:rPr lang="en-US" sz="1600" dirty="0"/>
              <a:t>Các </a:t>
            </a:r>
            <a:r>
              <a:rPr lang="en-US" sz="1600" dirty="0" err="1"/>
              <a:t>trang</a:t>
            </a:r>
            <a:r>
              <a:rPr lang="en-US" sz="1600" dirty="0"/>
              <a:t> </a:t>
            </a:r>
            <a:r>
              <a:rPr lang="en-US" sz="1600" dirty="0" err="1"/>
              <a:t>thương</a:t>
            </a:r>
            <a:r>
              <a:rPr lang="en-US" sz="1600" dirty="0"/>
              <a:t> </a:t>
            </a:r>
            <a:r>
              <a:rPr lang="en-US" sz="1600" dirty="0" err="1"/>
              <a:t>mại</a:t>
            </a:r>
            <a:r>
              <a:rPr lang="en-US" sz="1600" dirty="0"/>
              <a:t> </a:t>
            </a:r>
            <a:r>
              <a:rPr lang="en-US" sz="1600" dirty="0" err="1"/>
              <a:t>điện</a:t>
            </a:r>
            <a:r>
              <a:rPr lang="en-US" sz="1600" dirty="0"/>
              <a:t> </a:t>
            </a:r>
            <a:r>
              <a:rPr lang="en-US" sz="1600" dirty="0" err="1"/>
              <a:t>tử</a:t>
            </a:r>
            <a:r>
              <a:rPr lang="en-US" sz="1600" dirty="0"/>
              <a:t> </a:t>
            </a:r>
            <a:r>
              <a:rPr lang="en-US" sz="1600" dirty="0" err="1"/>
              <a:t>như</a:t>
            </a:r>
            <a:r>
              <a:rPr lang="en-US" sz="1600" dirty="0"/>
              <a:t>: Lazada, Shoppe,…</a:t>
            </a:r>
            <a:r>
              <a:rPr lang="en-US" sz="1600" dirty="0" err="1"/>
              <a:t>thường</a:t>
            </a:r>
            <a:r>
              <a:rPr lang="en-US" sz="1600" dirty="0"/>
              <a:t> </a:t>
            </a:r>
            <a:r>
              <a:rPr lang="en-US" sz="1600" dirty="0" err="1"/>
              <a:t>thanh</a:t>
            </a:r>
            <a:r>
              <a:rPr lang="en-US" sz="1600" dirty="0"/>
              <a:t> </a:t>
            </a:r>
            <a:r>
              <a:rPr lang="en-US" sz="1600" dirty="0" err="1"/>
              <a:t>toán</a:t>
            </a:r>
            <a:r>
              <a:rPr lang="en-US" sz="1600" dirty="0"/>
              <a:t> qua: Momo, VN Pay…</a:t>
            </a:r>
          </a:p>
          <a:p>
            <a:pPr lvl="0"/>
            <a:r>
              <a:rPr lang="en-US" sz="1600" dirty="0" err="1"/>
              <a:t>Ưu</a:t>
            </a:r>
            <a:r>
              <a:rPr lang="en-US" sz="1600" dirty="0"/>
              <a:t> </a:t>
            </a:r>
            <a:r>
              <a:rPr lang="en-US" sz="1600" dirty="0" err="1"/>
              <a:t>điểm</a:t>
            </a:r>
            <a:r>
              <a:rPr lang="en-US" sz="1600" dirty="0"/>
              <a:t>:</a:t>
            </a:r>
          </a:p>
          <a:p>
            <a:pPr lvl="1"/>
            <a:r>
              <a:rPr lang="en-US" sz="1600" dirty="0"/>
              <a:t>Thanh </a:t>
            </a:r>
            <a:r>
              <a:rPr lang="en-US" sz="1600" dirty="0" err="1"/>
              <a:t>toán</a:t>
            </a:r>
            <a:r>
              <a:rPr lang="en-US" sz="1600" dirty="0"/>
              <a:t> </a:t>
            </a:r>
            <a:r>
              <a:rPr lang="en-US" sz="1600" dirty="0" err="1"/>
              <a:t>nhanh</a:t>
            </a:r>
            <a:r>
              <a:rPr lang="en-US" sz="1600" dirty="0"/>
              <a:t>, </a:t>
            </a:r>
            <a:r>
              <a:rPr lang="en-US" sz="1600" dirty="0" err="1"/>
              <a:t>tiện</a:t>
            </a:r>
            <a:r>
              <a:rPr lang="en-US" sz="1600" dirty="0"/>
              <a:t> </a:t>
            </a:r>
            <a:r>
              <a:rPr lang="en-US" sz="1600" dirty="0" err="1"/>
              <a:t>lợi</a:t>
            </a:r>
            <a:r>
              <a:rPr lang="en-US" sz="1600" dirty="0"/>
              <a:t>.</a:t>
            </a:r>
          </a:p>
          <a:p>
            <a:pPr lvl="1"/>
            <a:r>
              <a:rPr lang="en-US" sz="1600" dirty="0" err="1"/>
              <a:t>Tự</a:t>
            </a:r>
            <a:r>
              <a:rPr lang="en-US" sz="1600" dirty="0"/>
              <a:t> </a:t>
            </a:r>
            <a:r>
              <a:rPr lang="en-US" sz="1600" dirty="0" err="1"/>
              <a:t>động</a:t>
            </a:r>
            <a:r>
              <a:rPr lang="en-US" sz="1600" dirty="0"/>
              <a:t> </a:t>
            </a:r>
            <a:r>
              <a:rPr lang="en-US" sz="1600" dirty="0" err="1"/>
              <a:t>hóa</a:t>
            </a:r>
            <a:r>
              <a:rPr lang="en-US" sz="1600" dirty="0"/>
              <a:t> </a:t>
            </a:r>
            <a:r>
              <a:rPr lang="en-US" sz="1600" dirty="0" err="1"/>
              <a:t>và</a:t>
            </a:r>
            <a:r>
              <a:rPr lang="en-US" sz="1600" dirty="0"/>
              <a:t> </a:t>
            </a:r>
            <a:r>
              <a:rPr lang="en-US" sz="1600" dirty="0" err="1"/>
              <a:t>giảm</a:t>
            </a:r>
            <a:r>
              <a:rPr lang="en-US" sz="1600" dirty="0"/>
              <a:t> </a:t>
            </a:r>
            <a:r>
              <a:rPr lang="en-US" sz="1600" dirty="0" err="1"/>
              <a:t>lỗi</a:t>
            </a:r>
            <a:r>
              <a:rPr lang="en-US" sz="1600" dirty="0"/>
              <a:t> </a:t>
            </a:r>
            <a:r>
              <a:rPr lang="en-US" sz="1600" dirty="0" err="1"/>
              <a:t>thủ</a:t>
            </a:r>
            <a:r>
              <a:rPr lang="en-US" sz="1600" dirty="0"/>
              <a:t> </a:t>
            </a:r>
            <a:r>
              <a:rPr lang="en-US" sz="1600" dirty="0" err="1"/>
              <a:t>công</a:t>
            </a:r>
            <a:r>
              <a:rPr lang="en-US" sz="1600" dirty="0"/>
              <a:t>.</a:t>
            </a:r>
          </a:p>
          <a:p>
            <a:pPr lvl="0"/>
            <a:r>
              <a:rPr lang="en-US" sz="1600" dirty="0" err="1"/>
              <a:t>Nhược</a:t>
            </a:r>
            <a:r>
              <a:rPr lang="en-US" sz="1600" dirty="0"/>
              <a:t> </a:t>
            </a:r>
            <a:r>
              <a:rPr lang="en-US" sz="1600" dirty="0" err="1"/>
              <a:t>điểm</a:t>
            </a:r>
            <a:r>
              <a:rPr lang="en-US" sz="1600" dirty="0"/>
              <a:t>:</a:t>
            </a:r>
          </a:p>
          <a:p>
            <a:pPr lvl="1"/>
            <a:r>
              <a:rPr lang="en-US" sz="1600" dirty="0" err="1"/>
              <a:t>Phụ</a:t>
            </a:r>
            <a:r>
              <a:rPr lang="en-US" sz="1600" dirty="0"/>
              <a:t> </a:t>
            </a:r>
            <a:r>
              <a:rPr lang="en-US" sz="1600" dirty="0" err="1"/>
              <a:t>thuộc</a:t>
            </a:r>
            <a:r>
              <a:rPr lang="en-US" sz="1600" dirty="0"/>
              <a:t> </a:t>
            </a:r>
            <a:r>
              <a:rPr lang="en-US" sz="1600" dirty="0" err="1"/>
              <a:t>vào</a:t>
            </a:r>
            <a:r>
              <a:rPr lang="en-US" sz="1600" dirty="0"/>
              <a:t> </a:t>
            </a:r>
            <a:r>
              <a:rPr lang="en-US" sz="1600" dirty="0" err="1"/>
              <a:t>bên</a:t>
            </a:r>
            <a:r>
              <a:rPr lang="en-US" sz="1600" dirty="0"/>
              <a:t> </a:t>
            </a:r>
            <a:r>
              <a:rPr lang="en-US" sz="1600" dirty="0" err="1"/>
              <a:t>thứ</a:t>
            </a:r>
            <a:r>
              <a:rPr lang="en-US" sz="1600" dirty="0"/>
              <a:t> 3.</a:t>
            </a:r>
          </a:p>
          <a:p>
            <a:pPr lvl="1"/>
            <a:r>
              <a:rPr lang="en-US" sz="1600" dirty="0" err="1"/>
              <a:t>Cần</a:t>
            </a:r>
            <a:r>
              <a:rPr lang="en-US" sz="1600" dirty="0"/>
              <a:t> </a:t>
            </a:r>
            <a:r>
              <a:rPr lang="en-US" sz="1600" dirty="0" err="1"/>
              <a:t>bảo</a:t>
            </a:r>
            <a:r>
              <a:rPr lang="en-US" sz="1600" dirty="0"/>
              <a:t> </a:t>
            </a:r>
            <a:r>
              <a:rPr lang="en-US" sz="1600" dirty="0" err="1"/>
              <a:t>mật</a:t>
            </a:r>
            <a:r>
              <a:rPr lang="en-US" sz="1600" dirty="0"/>
              <a:t> </a:t>
            </a:r>
            <a:r>
              <a:rPr lang="en-US" sz="1600" dirty="0" err="1"/>
              <a:t>cao</a:t>
            </a:r>
            <a:r>
              <a:rPr lang="en-US" sz="1600" dirty="0"/>
              <a:t> </a:t>
            </a:r>
            <a:r>
              <a:rPr lang="en-US" sz="1600" dirty="0" err="1"/>
              <a:t>và</a:t>
            </a:r>
            <a:r>
              <a:rPr lang="en-US" sz="1600" dirty="0"/>
              <a:t> </a:t>
            </a:r>
            <a:r>
              <a:rPr lang="en-US" sz="1600" dirty="0" err="1"/>
              <a:t>cần</a:t>
            </a:r>
            <a:r>
              <a:rPr lang="en-US" sz="1600" dirty="0"/>
              <a:t> </a:t>
            </a:r>
            <a:r>
              <a:rPr lang="en-US" sz="1600" dirty="0" err="1"/>
              <a:t>phí</a:t>
            </a:r>
            <a:r>
              <a:rPr lang="en-US" sz="1600" dirty="0"/>
              <a:t> </a:t>
            </a:r>
            <a:r>
              <a:rPr lang="en-US" sz="1600" dirty="0" err="1"/>
              <a:t>giao</a:t>
            </a:r>
            <a:r>
              <a:rPr lang="en-US" sz="1600" dirty="0"/>
              <a:t> </a:t>
            </a:r>
            <a:r>
              <a:rPr lang="en-US" sz="1600" dirty="0" err="1"/>
              <a:t>dịch</a:t>
            </a:r>
            <a:r>
              <a:rPr lang="en-US" sz="1600" dirty="0"/>
              <a:t>.</a:t>
            </a:r>
          </a:p>
          <a:p>
            <a:pPr marL="0" lvl="0" indent="0" algn="l" rtl="0">
              <a:spcBef>
                <a:spcPts val="1600"/>
              </a:spcBef>
              <a:spcAft>
                <a:spcPts val="1600"/>
              </a:spcAft>
              <a:buNone/>
            </a:pPr>
            <a:endParaRPr sz="1600" dirty="0"/>
          </a:p>
        </p:txBody>
      </p:sp>
    </p:spTree>
    <p:extLst>
      <p:ext uri="{BB962C8B-B14F-4D97-AF65-F5344CB8AC3E}">
        <p14:creationId xmlns:p14="http://schemas.microsoft.com/office/powerpoint/2010/main" val="66305243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44">
                                            <p:txEl>
                                              <p:pRg st="1" end="1"/>
                                            </p:txEl>
                                          </p:spTgt>
                                        </p:tgtEl>
                                        <p:attrNameLst>
                                          <p:attrName>style.visibility</p:attrName>
                                        </p:attrNameLst>
                                      </p:cBhvr>
                                      <p:to>
                                        <p:strVal val="visible"/>
                                      </p:to>
                                    </p:set>
                                    <p:animEffect transition="in" filter="randombar(horizontal)">
                                      <p:cBhvr>
                                        <p:cTn id="7" dur="500"/>
                                        <p:tgtEl>
                                          <p:spTgt spid="644">
                                            <p:txEl>
                                              <p:pRg st="1" end="1"/>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644">
                                            <p:txEl>
                                              <p:pRg st="2" end="2"/>
                                            </p:txEl>
                                          </p:spTgt>
                                        </p:tgtEl>
                                        <p:attrNameLst>
                                          <p:attrName>style.visibility</p:attrName>
                                        </p:attrNameLst>
                                      </p:cBhvr>
                                      <p:to>
                                        <p:strVal val="visible"/>
                                      </p:to>
                                    </p:set>
                                    <p:animEffect transition="in" filter="randombar(horizontal)">
                                      <p:cBhvr>
                                        <p:cTn id="10" dur="500"/>
                                        <p:tgtEl>
                                          <p:spTgt spid="644">
                                            <p:txEl>
                                              <p:pRg st="2" end="2"/>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644">
                                            <p:txEl>
                                              <p:pRg st="3" end="3"/>
                                            </p:txEl>
                                          </p:spTgt>
                                        </p:tgtEl>
                                        <p:attrNameLst>
                                          <p:attrName>style.visibility</p:attrName>
                                        </p:attrNameLst>
                                      </p:cBhvr>
                                      <p:to>
                                        <p:strVal val="visible"/>
                                      </p:to>
                                    </p:set>
                                    <p:animEffect transition="in" filter="randombar(horizontal)">
                                      <p:cBhvr>
                                        <p:cTn id="13" dur="500"/>
                                        <p:tgtEl>
                                          <p:spTgt spid="644">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nodeType="clickEffect">
                                  <p:stCondLst>
                                    <p:cond delay="0"/>
                                  </p:stCondLst>
                                  <p:childTnLst>
                                    <p:set>
                                      <p:cBhvr>
                                        <p:cTn id="17" dur="1" fill="hold">
                                          <p:stCondLst>
                                            <p:cond delay="0"/>
                                          </p:stCondLst>
                                        </p:cTn>
                                        <p:tgtEl>
                                          <p:spTgt spid="644">
                                            <p:txEl>
                                              <p:pRg st="4" end="4"/>
                                            </p:txEl>
                                          </p:spTgt>
                                        </p:tgtEl>
                                        <p:attrNameLst>
                                          <p:attrName>style.visibility</p:attrName>
                                        </p:attrNameLst>
                                      </p:cBhvr>
                                      <p:to>
                                        <p:strVal val="visible"/>
                                      </p:to>
                                    </p:set>
                                    <p:animEffect transition="in" filter="randombar(horizontal)">
                                      <p:cBhvr>
                                        <p:cTn id="18" dur="500"/>
                                        <p:tgtEl>
                                          <p:spTgt spid="644">
                                            <p:txEl>
                                              <p:pRg st="4" end="4"/>
                                            </p:txEl>
                                          </p:spTgt>
                                        </p:tgtEl>
                                      </p:cBhvr>
                                    </p:animEffect>
                                  </p:childTnLst>
                                </p:cTn>
                              </p:par>
                              <p:par>
                                <p:cTn id="19" presetID="14" presetClass="entr" presetSubtype="10" fill="hold" nodeType="withEffect">
                                  <p:stCondLst>
                                    <p:cond delay="0"/>
                                  </p:stCondLst>
                                  <p:childTnLst>
                                    <p:set>
                                      <p:cBhvr>
                                        <p:cTn id="20" dur="1" fill="hold">
                                          <p:stCondLst>
                                            <p:cond delay="0"/>
                                          </p:stCondLst>
                                        </p:cTn>
                                        <p:tgtEl>
                                          <p:spTgt spid="644">
                                            <p:txEl>
                                              <p:pRg st="5" end="5"/>
                                            </p:txEl>
                                          </p:spTgt>
                                        </p:tgtEl>
                                        <p:attrNameLst>
                                          <p:attrName>style.visibility</p:attrName>
                                        </p:attrNameLst>
                                      </p:cBhvr>
                                      <p:to>
                                        <p:strVal val="visible"/>
                                      </p:to>
                                    </p:set>
                                    <p:animEffect transition="in" filter="randombar(horizontal)">
                                      <p:cBhvr>
                                        <p:cTn id="21" dur="500"/>
                                        <p:tgtEl>
                                          <p:spTgt spid="644">
                                            <p:txEl>
                                              <p:pRg st="5" end="5"/>
                                            </p:txEl>
                                          </p:spTgt>
                                        </p:tgtEl>
                                      </p:cBhvr>
                                    </p:animEffect>
                                  </p:childTnLst>
                                </p:cTn>
                              </p:par>
                              <p:par>
                                <p:cTn id="22" presetID="14" presetClass="entr" presetSubtype="10" fill="hold" nodeType="withEffect">
                                  <p:stCondLst>
                                    <p:cond delay="0"/>
                                  </p:stCondLst>
                                  <p:childTnLst>
                                    <p:set>
                                      <p:cBhvr>
                                        <p:cTn id="23" dur="1" fill="hold">
                                          <p:stCondLst>
                                            <p:cond delay="0"/>
                                          </p:stCondLst>
                                        </p:cTn>
                                        <p:tgtEl>
                                          <p:spTgt spid="644">
                                            <p:txEl>
                                              <p:pRg st="6" end="6"/>
                                            </p:txEl>
                                          </p:spTgt>
                                        </p:tgtEl>
                                        <p:attrNameLst>
                                          <p:attrName>style.visibility</p:attrName>
                                        </p:attrNameLst>
                                      </p:cBhvr>
                                      <p:to>
                                        <p:strVal val="visible"/>
                                      </p:to>
                                    </p:set>
                                    <p:animEffect transition="in" filter="randombar(horizontal)">
                                      <p:cBhvr>
                                        <p:cTn id="24" dur="500"/>
                                        <p:tgtEl>
                                          <p:spTgt spid="64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3">
          <a:extLst>
            <a:ext uri="{FF2B5EF4-FFF2-40B4-BE49-F238E27FC236}">
              <a16:creationId xmlns:a16="http://schemas.microsoft.com/office/drawing/2014/main" id="{322C95C5-1FE0-D885-C408-A3570AF8C7A4}"/>
            </a:ext>
          </a:extLst>
        </p:cNvPr>
        <p:cNvGrpSpPr/>
        <p:nvPr/>
      </p:nvGrpSpPr>
      <p:grpSpPr>
        <a:xfrm>
          <a:off x="0" y="0"/>
          <a:ext cx="0" cy="0"/>
          <a:chOff x="0" y="0"/>
          <a:chExt cx="0" cy="0"/>
        </a:xfrm>
      </p:grpSpPr>
      <p:sp>
        <p:nvSpPr>
          <p:cNvPr id="214" name="Google Shape;214;p15">
            <a:extLst>
              <a:ext uri="{FF2B5EF4-FFF2-40B4-BE49-F238E27FC236}">
                <a16:creationId xmlns:a16="http://schemas.microsoft.com/office/drawing/2014/main" id="{3B2188B8-2ABA-06E7-2043-F2B74EBCCEAE}"/>
              </a:ext>
            </a:extLst>
          </p:cNvPr>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GB" sz="4000" b="1" dirty="0"/>
              <a:t>KẾT LUẬN VÀ LỢI ÍCH MANG LẠI</a:t>
            </a:r>
            <a:endParaRPr sz="4000" b="1" dirty="0"/>
          </a:p>
        </p:txBody>
      </p:sp>
    </p:spTree>
    <p:extLst>
      <p:ext uri="{BB962C8B-B14F-4D97-AF65-F5344CB8AC3E}">
        <p14:creationId xmlns:p14="http://schemas.microsoft.com/office/powerpoint/2010/main" val="17159214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42">
          <a:extLst>
            <a:ext uri="{FF2B5EF4-FFF2-40B4-BE49-F238E27FC236}">
              <a16:creationId xmlns:a16="http://schemas.microsoft.com/office/drawing/2014/main" id="{E21D3D89-8E08-DD3F-8C07-51C9C31EF2B7}"/>
            </a:ext>
          </a:extLst>
        </p:cNvPr>
        <p:cNvGrpSpPr/>
        <p:nvPr/>
      </p:nvGrpSpPr>
      <p:grpSpPr>
        <a:xfrm>
          <a:off x="0" y="0"/>
          <a:ext cx="0" cy="0"/>
          <a:chOff x="0" y="0"/>
          <a:chExt cx="0" cy="0"/>
        </a:xfrm>
      </p:grpSpPr>
      <p:sp>
        <p:nvSpPr>
          <p:cNvPr id="643" name="Google Shape;643;p29">
            <a:extLst>
              <a:ext uri="{FF2B5EF4-FFF2-40B4-BE49-F238E27FC236}">
                <a16:creationId xmlns:a16="http://schemas.microsoft.com/office/drawing/2014/main" id="{434E3C65-9FF6-FCDB-C0EF-5F5BB0A9764B}"/>
              </a:ext>
            </a:extLst>
          </p:cNvPr>
          <p:cNvSpPr txBox="1">
            <a:spLocks noGrp="1"/>
          </p:cNvSpPr>
          <p:nvPr>
            <p:ph type="title"/>
          </p:nvPr>
        </p:nvSpPr>
        <p:spPr>
          <a:xfrm>
            <a:off x="229925" y="440525"/>
            <a:ext cx="8520600" cy="572700"/>
          </a:xfrm>
          <a:prstGeom prst="rect">
            <a:avLst/>
          </a:prstGeom>
        </p:spPr>
        <p:txBody>
          <a:bodyPr spcFirstLastPara="1" wrap="square" lIns="91425" tIns="91425" rIns="91425" bIns="91425" anchor="t" anchorCtr="0">
            <a:noAutofit/>
          </a:bodyPr>
          <a:lstStyle/>
          <a:p>
            <a:pPr lvl="0"/>
            <a:r>
              <a:rPr lang="en-US" dirty="0" err="1"/>
              <a:t>Kết</a:t>
            </a:r>
            <a:r>
              <a:rPr lang="en-US" dirty="0"/>
              <a:t> </a:t>
            </a:r>
            <a:r>
              <a:rPr lang="en-US" dirty="0" err="1"/>
              <a:t>luận</a:t>
            </a:r>
            <a:r>
              <a:rPr lang="en-US" dirty="0"/>
              <a:t> </a:t>
            </a:r>
            <a:r>
              <a:rPr lang="en-US" dirty="0" err="1"/>
              <a:t>và</a:t>
            </a:r>
            <a:r>
              <a:rPr lang="en-US" dirty="0"/>
              <a:t> </a:t>
            </a:r>
            <a:r>
              <a:rPr lang="en-US" dirty="0" err="1"/>
              <a:t>lợi</a:t>
            </a:r>
            <a:r>
              <a:rPr lang="en-US" dirty="0"/>
              <a:t> </a:t>
            </a:r>
            <a:r>
              <a:rPr lang="en-US" dirty="0" err="1"/>
              <a:t>ích</a:t>
            </a:r>
            <a:r>
              <a:rPr lang="en-US" dirty="0"/>
              <a:t> </a:t>
            </a:r>
            <a:r>
              <a:rPr lang="en-US" dirty="0" err="1"/>
              <a:t>mang</a:t>
            </a:r>
            <a:r>
              <a:rPr lang="en-US" dirty="0"/>
              <a:t> </a:t>
            </a:r>
            <a:r>
              <a:rPr lang="en-US" dirty="0" err="1"/>
              <a:t>lại</a:t>
            </a:r>
            <a:r>
              <a:rPr lang="en-US" dirty="0"/>
              <a:t>:</a:t>
            </a:r>
            <a:endParaRPr dirty="0"/>
          </a:p>
        </p:txBody>
      </p:sp>
      <p:sp>
        <p:nvSpPr>
          <p:cNvPr id="644" name="Google Shape;644;p29">
            <a:extLst>
              <a:ext uri="{FF2B5EF4-FFF2-40B4-BE49-F238E27FC236}">
                <a16:creationId xmlns:a16="http://schemas.microsoft.com/office/drawing/2014/main" id="{150EA516-B99B-DB22-D0F1-B5D8A273A828}"/>
              </a:ext>
            </a:extLst>
          </p:cNvPr>
          <p:cNvSpPr txBox="1">
            <a:spLocks noGrp="1"/>
          </p:cNvSpPr>
          <p:nvPr>
            <p:ph type="body" idx="1"/>
          </p:nvPr>
        </p:nvSpPr>
        <p:spPr>
          <a:xfrm>
            <a:off x="452949" y="1284432"/>
            <a:ext cx="8520600" cy="2444400"/>
          </a:xfrm>
          <a:prstGeom prst="rect">
            <a:avLst/>
          </a:prstGeom>
        </p:spPr>
        <p:txBody>
          <a:bodyPr spcFirstLastPara="1" wrap="square" lIns="91425" tIns="91425" rIns="91425" bIns="91425" anchor="t" anchorCtr="0">
            <a:noAutofit/>
          </a:bodyPr>
          <a:lstStyle/>
          <a:p>
            <a:pPr lvl="0"/>
            <a:r>
              <a:rPr lang="en-US" sz="1600" dirty="0" err="1"/>
              <a:t>Kết</a:t>
            </a:r>
            <a:r>
              <a:rPr lang="en-US" sz="1600" dirty="0"/>
              <a:t> </a:t>
            </a:r>
            <a:r>
              <a:rPr lang="en-US" sz="1600" dirty="0" err="1"/>
              <a:t>luận</a:t>
            </a:r>
            <a:r>
              <a:rPr lang="en-US" sz="1600" dirty="0"/>
              <a:t>: API </a:t>
            </a:r>
            <a:r>
              <a:rPr lang="en-US" sz="1600" dirty="0" err="1"/>
              <a:t>thanh</a:t>
            </a:r>
            <a:r>
              <a:rPr lang="en-US" sz="1600" dirty="0"/>
              <a:t> </a:t>
            </a:r>
            <a:r>
              <a:rPr lang="en-US" sz="1600" dirty="0" err="1"/>
              <a:t>toán</a:t>
            </a:r>
            <a:r>
              <a:rPr lang="en-US" sz="1600" dirty="0"/>
              <a:t> </a:t>
            </a:r>
            <a:r>
              <a:rPr lang="en-US" sz="1600" dirty="0" err="1"/>
              <a:t>điện</a:t>
            </a:r>
            <a:r>
              <a:rPr lang="en-US" sz="1600" dirty="0"/>
              <a:t> </a:t>
            </a:r>
            <a:r>
              <a:rPr lang="en-US" sz="1600" dirty="0" err="1"/>
              <a:t>tử</a:t>
            </a:r>
            <a:r>
              <a:rPr lang="en-US" sz="1600" dirty="0"/>
              <a:t> </a:t>
            </a:r>
            <a:r>
              <a:rPr lang="en-US" sz="1600" dirty="0" err="1"/>
              <a:t>giúp</a:t>
            </a:r>
            <a:r>
              <a:rPr lang="en-US" sz="1600" dirty="0"/>
              <a:t>:</a:t>
            </a:r>
          </a:p>
          <a:p>
            <a:pPr lvl="1"/>
            <a:r>
              <a:rPr lang="en-US" sz="1600" dirty="0"/>
              <a:t>Website </a:t>
            </a:r>
            <a:r>
              <a:rPr lang="en-US" sz="1600" dirty="0" err="1"/>
              <a:t>bán</a:t>
            </a:r>
            <a:r>
              <a:rPr lang="en-US" sz="1600" dirty="0"/>
              <a:t> </a:t>
            </a:r>
            <a:r>
              <a:rPr lang="en-US" sz="1600" dirty="0" err="1"/>
              <a:t>hàng</a:t>
            </a:r>
            <a:r>
              <a:rPr lang="en-US" sz="1600" dirty="0"/>
              <a:t> </a:t>
            </a:r>
            <a:r>
              <a:rPr lang="en-US" sz="1600" dirty="0" err="1"/>
              <a:t>và</a:t>
            </a:r>
            <a:r>
              <a:rPr lang="en-US" sz="1600" dirty="0"/>
              <a:t> </a:t>
            </a:r>
            <a:r>
              <a:rPr lang="en-US" sz="1600" dirty="0" err="1"/>
              <a:t>tự</a:t>
            </a:r>
            <a:r>
              <a:rPr lang="en-US" sz="1600" dirty="0"/>
              <a:t> </a:t>
            </a:r>
            <a:r>
              <a:rPr lang="en-US" sz="1600" dirty="0" err="1"/>
              <a:t>động</a:t>
            </a:r>
            <a:r>
              <a:rPr lang="en-US" sz="1600" dirty="0"/>
              <a:t> </a:t>
            </a:r>
            <a:r>
              <a:rPr lang="en-US" sz="1600" dirty="0" err="1"/>
              <a:t>xử</a:t>
            </a:r>
            <a:r>
              <a:rPr lang="en-US" sz="1600" dirty="0"/>
              <a:t> </a:t>
            </a:r>
            <a:r>
              <a:rPr lang="en-US" sz="1600" dirty="0" err="1"/>
              <a:t>lý</a:t>
            </a:r>
            <a:r>
              <a:rPr lang="en-US" sz="1600" dirty="0"/>
              <a:t> </a:t>
            </a:r>
            <a:r>
              <a:rPr lang="en-US" sz="1600" dirty="0" err="1"/>
              <a:t>giao</a:t>
            </a:r>
            <a:r>
              <a:rPr lang="en-US" sz="1600" dirty="0"/>
              <a:t> </a:t>
            </a:r>
            <a:r>
              <a:rPr lang="en-US" sz="1600" dirty="0" err="1"/>
              <a:t>dịch</a:t>
            </a:r>
            <a:r>
              <a:rPr lang="en-US" sz="1600" dirty="0"/>
              <a:t>.</a:t>
            </a:r>
          </a:p>
          <a:p>
            <a:pPr lvl="1"/>
            <a:r>
              <a:rPr lang="en-US" sz="1600" dirty="0" err="1"/>
              <a:t>Tăng</a:t>
            </a:r>
            <a:r>
              <a:rPr lang="en-US" sz="1600" dirty="0"/>
              <a:t> </a:t>
            </a:r>
            <a:r>
              <a:rPr lang="en-US" sz="1600" dirty="0" err="1"/>
              <a:t>trải</a:t>
            </a:r>
            <a:r>
              <a:rPr lang="en-US" sz="1600" dirty="0"/>
              <a:t> </a:t>
            </a:r>
            <a:r>
              <a:rPr lang="en-US" sz="1600" dirty="0" err="1"/>
              <a:t>nghiệm</a:t>
            </a:r>
            <a:r>
              <a:rPr lang="en-US" sz="1600" dirty="0"/>
              <a:t> </a:t>
            </a:r>
            <a:r>
              <a:rPr lang="en-US" sz="1600" dirty="0" err="1"/>
              <a:t>và</a:t>
            </a:r>
            <a:r>
              <a:rPr lang="en-US" sz="1600" dirty="0"/>
              <a:t> </a:t>
            </a:r>
            <a:r>
              <a:rPr lang="en-US" sz="1600" dirty="0" err="1"/>
              <a:t>nhu</a:t>
            </a:r>
            <a:r>
              <a:rPr lang="en-US" sz="1600" dirty="0"/>
              <a:t> </a:t>
            </a:r>
            <a:r>
              <a:rPr lang="en-US" sz="1600" dirty="0" err="1"/>
              <a:t>cầu</a:t>
            </a:r>
            <a:r>
              <a:rPr lang="en-US" sz="1600" dirty="0"/>
              <a:t> </a:t>
            </a:r>
            <a:r>
              <a:rPr lang="en-US" sz="1600" dirty="0" err="1"/>
              <a:t>khách</a:t>
            </a:r>
            <a:r>
              <a:rPr lang="en-US" sz="1600" dirty="0"/>
              <a:t> </a:t>
            </a:r>
            <a:r>
              <a:rPr lang="en-US" sz="1600" dirty="0" err="1"/>
              <a:t>hàng</a:t>
            </a:r>
            <a:r>
              <a:rPr lang="en-US" sz="1600" dirty="0"/>
              <a:t>.</a:t>
            </a:r>
          </a:p>
          <a:p>
            <a:pPr lvl="1"/>
            <a:r>
              <a:rPr lang="en-US" sz="1600" dirty="0"/>
              <a:t>Quản </a:t>
            </a:r>
            <a:r>
              <a:rPr lang="en-US" sz="1600" dirty="0" err="1"/>
              <a:t>lý</a:t>
            </a:r>
            <a:r>
              <a:rPr lang="en-US" sz="1600" dirty="0"/>
              <a:t> </a:t>
            </a:r>
            <a:r>
              <a:rPr lang="en-US" sz="1600" dirty="0" err="1"/>
              <a:t>đơn</a:t>
            </a:r>
            <a:r>
              <a:rPr lang="en-US" sz="1600" dirty="0"/>
              <a:t> </a:t>
            </a:r>
            <a:r>
              <a:rPr lang="en-US" sz="1600" dirty="0" err="1"/>
              <a:t>hàng</a:t>
            </a:r>
            <a:r>
              <a:rPr lang="en-US" sz="1600" dirty="0"/>
              <a:t> </a:t>
            </a:r>
            <a:r>
              <a:rPr lang="en-US" sz="1600" dirty="0" err="1"/>
              <a:t>hiệu</a:t>
            </a:r>
            <a:r>
              <a:rPr lang="en-US" sz="1600" dirty="0"/>
              <a:t> </a:t>
            </a:r>
            <a:r>
              <a:rPr lang="en-US" sz="1600" dirty="0" err="1"/>
              <a:t>quả</a:t>
            </a:r>
            <a:r>
              <a:rPr lang="en-US" sz="1600" dirty="0"/>
              <a:t>.</a:t>
            </a:r>
          </a:p>
          <a:p>
            <a:pPr lvl="1"/>
            <a:r>
              <a:rPr lang="en-US" sz="1600" dirty="0" err="1"/>
              <a:t>Tích</a:t>
            </a:r>
            <a:r>
              <a:rPr lang="en-US" sz="1600" dirty="0"/>
              <a:t> </a:t>
            </a:r>
            <a:r>
              <a:rPr lang="en-US" sz="1600" dirty="0" err="1"/>
              <a:t>hợp</a:t>
            </a:r>
            <a:r>
              <a:rPr lang="en-US" sz="1600" dirty="0"/>
              <a:t> </a:t>
            </a:r>
            <a:r>
              <a:rPr lang="en-US" sz="1600" dirty="0" err="1"/>
              <a:t>nhiều</a:t>
            </a:r>
            <a:r>
              <a:rPr lang="en-US" sz="1600" dirty="0"/>
              <a:t> </a:t>
            </a:r>
            <a:r>
              <a:rPr lang="en-US" sz="1600" dirty="0" err="1"/>
              <a:t>cổng</a:t>
            </a:r>
            <a:r>
              <a:rPr lang="en-US" sz="1600" dirty="0"/>
              <a:t> </a:t>
            </a:r>
            <a:r>
              <a:rPr lang="en-US" sz="1600" dirty="0" err="1"/>
              <a:t>thanh</a:t>
            </a:r>
            <a:r>
              <a:rPr lang="en-US" sz="1600" dirty="0"/>
              <a:t> </a:t>
            </a:r>
            <a:r>
              <a:rPr lang="en-US" sz="1600" dirty="0" err="1"/>
              <a:t>toán</a:t>
            </a:r>
            <a:r>
              <a:rPr lang="en-US" sz="1600" dirty="0"/>
              <a:t>.</a:t>
            </a:r>
          </a:p>
          <a:p>
            <a:pPr lvl="1"/>
            <a:r>
              <a:rPr lang="en-US" sz="1600" dirty="0"/>
              <a:t>Thanh </a:t>
            </a:r>
            <a:r>
              <a:rPr lang="en-US" sz="1600" dirty="0" err="1"/>
              <a:t>toán</a:t>
            </a:r>
            <a:r>
              <a:rPr lang="en-US" sz="1600" dirty="0"/>
              <a:t> QR </a:t>
            </a:r>
            <a:r>
              <a:rPr lang="en-US" sz="1600" dirty="0" err="1"/>
              <a:t>và</a:t>
            </a:r>
            <a:r>
              <a:rPr lang="en-US" sz="1600" dirty="0"/>
              <a:t> </a:t>
            </a:r>
            <a:r>
              <a:rPr lang="en-US" sz="1600" dirty="0" err="1"/>
              <a:t>thanh</a:t>
            </a:r>
            <a:r>
              <a:rPr lang="en-US" sz="1600" dirty="0"/>
              <a:t> </a:t>
            </a:r>
            <a:r>
              <a:rPr lang="en-US" sz="1600" dirty="0" err="1"/>
              <a:t>toán</a:t>
            </a:r>
            <a:r>
              <a:rPr lang="en-US" sz="1600" dirty="0"/>
              <a:t> </a:t>
            </a:r>
            <a:r>
              <a:rPr lang="en-US" sz="1600" dirty="0" err="1"/>
              <a:t>quốc</a:t>
            </a:r>
            <a:r>
              <a:rPr lang="en-US" sz="1600" dirty="0"/>
              <a:t> </a:t>
            </a:r>
            <a:r>
              <a:rPr lang="en-US" sz="1600" dirty="0" err="1"/>
              <a:t>tế</a:t>
            </a:r>
            <a:r>
              <a:rPr lang="en-US" sz="1600" dirty="0"/>
              <a:t>.</a:t>
            </a:r>
          </a:p>
          <a:p>
            <a:pPr marL="0" lvl="0" indent="0" algn="l" rtl="0">
              <a:spcBef>
                <a:spcPts val="1600"/>
              </a:spcBef>
              <a:spcAft>
                <a:spcPts val="1600"/>
              </a:spcAft>
              <a:buNone/>
            </a:pPr>
            <a:endParaRPr sz="1600" dirty="0"/>
          </a:p>
        </p:txBody>
      </p:sp>
    </p:spTree>
    <p:extLst>
      <p:ext uri="{BB962C8B-B14F-4D97-AF65-F5344CB8AC3E}">
        <p14:creationId xmlns:p14="http://schemas.microsoft.com/office/powerpoint/2010/main" val="84205710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644">
                                            <p:txEl>
                                              <p:pRg st="4" end="4"/>
                                            </p:txEl>
                                          </p:spTgt>
                                        </p:tgtEl>
                                        <p:attrNameLst>
                                          <p:attrName>style.visibility</p:attrName>
                                        </p:attrNameLst>
                                      </p:cBhvr>
                                      <p:to>
                                        <p:strVal val="visible"/>
                                      </p:to>
                                    </p:set>
                                    <p:animEffect transition="in" filter="fade">
                                      <p:cBhvr>
                                        <p:cTn id="7" dur="1000"/>
                                        <p:tgtEl>
                                          <p:spTgt spid="644">
                                            <p:txEl>
                                              <p:pRg st="4" end="4"/>
                                            </p:txEl>
                                          </p:spTgt>
                                        </p:tgtEl>
                                      </p:cBhvr>
                                    </p:animEffect>
                                    <p:anim calcmode="lin" valueType="num">
                                      <p:cBhvr>
                                        <p:cTn id="8" dur="1000" fill="hold"/>
                                        <p:tgtEl>
                                          <p:spTgt spid="644">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644">
                                            <p:txEl>
                                              <p:pRg st="4" end="4"/>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44">
                                            <p:txEl>
                                              <p:pRg st="5" end="5"/>
                                            </p:txEl>
                                          </p:spTgt>
                                        </p:tgtEl>
                                        <p:attrNameLst>
                                          <p:attrName>style.visibility</p:attrName>
                                        </p:attrNameLst>
                                      </p:cBhvr>
                                      <p:to>
                                        <p:strVal val="visible"/>
                                      </p:to>
                                    </p:set>
                                    <p:animEffect transition="in" filter="fade">
                                      <p:cBhvr>
                                        <p:cTn id="12" dur="1000"/>
                                        <p:tgtEl>
                                          <p:spTgt spid="644">
                                            <p:txEl>
                                              <p:pRg st="5" end="5"/>
                                            </p:txEl>
                                          </p:spTgt>
                                        </p:tgtEl>
                                      </p:cBhvr>
                                    </p:animEffect>
                                    <p:anim calcmode="lin" valueType="num">
                                      <p:cBhvr>
                                        <p:cTn id="13" dur="1000" fill="hold"/>
                                        <p:tgtEl>
                                          <p:spTgt spid="644">
                                            <p:txEl>
                                              <p:pRg st="5" end="5"/>
                                            </p:txEl>
                                          </p:spTgt>
                                        </p:tgtEl>
                                        <p:attrNameLst>
                                          <p:attrName>ppt_x</p:attrName>
                                        </p:attrNameLst>
                                      </p:cBhvr>
                                      <p:tavLst>
                                        <p:tav tm="0">
                                          <p:val>
                                            <p:strVal val="#ppt_x"/>
                                          </p:val>
                                        </p:tav>
                                        <p:tav tm="100000">
                                          <p:val>
                                            <p:strVal val="#ppt_x"/>
                                          </p:val>
                                        </p:tav>
                                      </p:tavLst>
                                    </p:anim>
                                    <p:anim calcmode="lin" valueType="num">
                                      <p:cBhvr>
                                        <p:cTn id="14" dur="1000" fill="hold"/>
                                        <p:tgtEl>
                                          <p:spTgt spid="644">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FB68A-2E20-66A1-AAC5-573A87456DC8}"/>
              </a:ext>
            </a:extLst>
          </p:cNvPr>
          <p:cNvSpPr>
            <a:spLocks noGrp="1"/>
          </p:cNvSpPr>
          <p:nvPr>
            <p:ph type="title"/>
          </p:nvPr>
        </p:nvSpPr>
        <p:spPr>
          <a:xfrm>
            <a:off x="311700" y="844610"/>
            <a:ext cx="8520600" cy="572700"/>
          </a:xfrm>
        </p:spPr>
        <p:txBody>
          <a:bodyPr/>
          <a:lstStyle/>
          <a:p>
            <a:r>
              <a:rPr lang="en-GB" b="1" dirty="0" err="1"/>
              <a:t>Câu</a:t>
            </a:r>
            <a:r>
              <a:rPr lang="en-GB" b="1" dirty="0"/>
              <a:t> </a:t>
            </a:r>
            <a:r>
              <a:rPr lang="en-GB" b="1" dirty="0" err="1"/>
              <a:t>hỏi</a:t>
            </a:r>
            <a:r>
              <a:rPr lang="en-GB" b="1" dirty="0"/>
              <a:t> </a:t>
            </a:r>
            <a:r>
              <a:rPr lang="en-GB" b="1" dirty="0" err="1"/>
              <a:t>ôn</a:t>
            </a:r>
            <a:r>
              <a:rPr lang="en-GB" b="1" dirty="0"/>
              <a:t> </a:t>
            </a:r>
            <a:r>
              <a:rPr lang="en-GB" b="1" dirty="0" err="1"/>
              <a:t>tập</a:t>
            </a:r>
            <a:r>
              <a:rPr lang="en-GB" b="1" dirty="0"/>
              <a:t>:</a:t>
            </a:r>
          </a:p>
        </p:txBody>
      </p:sp>
      <p:sp>
        <p:nvSpPr>
          <p:cNvPr id="3" name="Rectangle 2">
            <a:extLst>
              <a:ext uri="{FF2B5EF4-FFF2-40B4-BE49-F238E27FC236}">
                <a16:creationId xmlns:a16="http://schemas.microsoft.com/office/drawing/2014/main" id="{F9804659-A470-382C-F049-585842B0AEF3}"/>
              </a:ext>
            </a:extLst>
          </p:cNvPr>
          <p:cNvSpPr/>
          <p:nvPr/>
        </p:nvSpPr>
        <p:spPr>
          <a:xfrm>
            <a:off x="2225278" y="2891305"/>
            <a:ext cx="5629275" cy="6858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GB" sz="1600" b="1" dirty="0" err="1">
                <a:latin typeface="Roboto Mono" panose="00000009000000000000" pitchFamily="49" charset="0"/>
                <a:ea typeface="Roboto Mono" panose="00000009000000000000" pitchFamily="49" charset="0"/>
              </a:rPr>
              <a:t>Câu</a:t>
            </a:r>
            <a:r>
              <a:rPr lang="en-GB" sz="1600" b="1" dirty="0">
                <a:latin typeface="Roboto Mono" panose="00000009000000000000" pitchFamily="49" charset="0"/>
                <a:ea typeface="Roboto Mono" panose="00000009000000000000" pitchFamily="49" charset="0"/>
              </a:rPr>
              <a:t> 1: API </a:t>
            </a:r>
            <a:r>
              <a:rPr lang="en-GB" sz="1600" b="1" dirty="0" err="1">
                <a:latin typeface="Roboto Mono" panose="00000009000000000000" pitchFamily="49" charset="0"/>
                <a:ea typeface="Roboto Mono" panose="00000009000000000000" pitchFamily="49" charset="0"/>
              </a:rPr>
              <a:t>là</a:t>
            </a:r>
            <a:r>
              <a:rPr lang="en-GB" sz="1600" b="1" dirty="0">
                <a:latin typeface="Roboto Mono" panose="00000009000000000000" pitchFamily="49" charset="0"/>
                <a:ea typeface="Roboto Mono" panose="00000009000000000000" pitchFamily="49" charset="0"/>
              </a:rPr>
              <a:t> </a:t>
            </a:r>
            <a:r>
              <a:rPr lang="en-GB" sz="1600" b="1" dirty="0" err="1">
                <a:latin typeface="Roboto Mono" panose="00000009000000000000" pitchFamily="49" charset="0"/>
                <a:ea typeface="Roboto Mono" panose="00000009000000000000" pitchFamily="49" charset="0"/>
              </a:rPr>
              <a:t>viết</a:t>
            </a:r>
            <a:r>
              <a:rPr lang="en-GB" sz="1600" b="1" dirty="0">
                <a:latin typeface="Roboto Mono" panose="00000009000000000000" pitchFamily="49" charset="0"/>
                <a:ea typeface="Roboto Mono" panose="00000009000000000000" pitchFamily="49" charset="0"/>
              </a:rPr>
              <a:t> </a:t>
            </a:r>
            <a:r>
              <a:rPr lang="en-GB" sz="1600" b="1" dirty="0" err="1">
                <a:latin typeface="Roboto Mono" panose="00000009000000000000" pitchFamily="49" charset="0"/>
                <a:ea typeface="Roboto Mono" panose="00000009000000000000" pitchFamily="49" charset="0"/>
              </a:rPr>
              <a:t>tắt</a:t>
            </a:r>
            <a:r>
              <a:rPr lang="en-GB" sz="1600" b="1" dirty="0">
                <a:latin typeface="Roboto Mono" panose="00000009000000000000" pitchFamily="49" charset="0"/>
                <a:ea typeface="Roboto Mono" panose="00000009000000000000" pitchFamily="49" charset="0"/>
              </a:rPr>
              <a:t> </a:t>
            </a:r>
            <a:r>
              <a:rPr lang="en-GB" sz="1600" b="1" dirty="0" err="1">
                <a:latin typeface="Roboto Mono" panose="00000009000000000000" pitchFamily="49" charset="0"/>
                <a:ea typeface="Roboto Mono" panose="00000009000000000000" pitchFamily="49" charset="0"/>
              </a:rPr>
              <a:t>của</a:t>
            </a:r>
            <a:r>
              <a:rPr lang="en-GB" sz="1600" b="1" dirty="0">
                <a:latin typeface="Roboto Mono" panose="00000009000000000000" pitchFamily="49" charset="0"/>
                <a:ea typeface="Roboto Mono" panose="00000009000000000000" pitchFamily="49" charset="0"/>
              </a:rPr>
              <a:t> </a:t>
            </a:r>
            <a:r>
              <a:rPr lang="en-GB" sz="1600" b="1" dirty="0" err="1">
                <a:latin typeface="Roboto Mono" panose="00000009000000000000" pitchFamily="49" charset="0"/>
                <a:ea typeface="Roboto Mono" panose="00000009000000000000" pitchFamily="49" charset="0"/>
              </a:rPr>
              <a:t>từ</a:t>
            </a:r>
            <a:r>
              <a:rPr lang="en-GB" sz="1600" b="1" dirty="0">
                <a:latin typeface="Roboto Mono" panose="00000009000000000000" pitchFamily="49" charset="0"/>
                <a:ea typeface="Roboto Mono" panose="00000009000000000000" pitchFamily="49" charset="0"/>
              </a:rPr>
              <a:t> </a:t>
            </a:r>
            <a:r>
              <a:rPr lang="en-GB" sz="1600" b="1" dirty="0" err="1">
                <a:latin typeface="Roboto Mono" panose="00000009000000000000" pitchFamily="49" charset="0"/>
                <a:ea typeface="Roboto Mono" panose="00000009000000000000" pitchFamily="49" charset="0"/>
              </a:rPr>
              <a:t>gì</a:t>
            </a:r>
            <a:r>
              <a:rPr lang="en-GB" sz="1600" b="1" dirty="0">
                <a:latin typeface="Roboto Mono" panose="00000009000000000000" pitchFamily="49" charset="0"/>
                <a:ea typeface="Roboto Mono" panose="00000009000000000000" pitchFamily="49" charset="0"/>
              </a:rPr>
              <a:t>?</a:t>
            </a:r>
          </a:p>
          <a:p>
            <a:pPr algn="just"/>
            <a:r>
              <a:rPr lang="en-GB" sz="1600" dirty="0">
                <a:latin typeface="Roboto Mono" panose="00000009000000000000" pitchFamily="49" charset="0"/>
                <a:ea typeface="Roboto Mono" panose="00000009000000000000" pitchFamily="49" charset="0"/>
              </a:rPr>
              <a:t>A. Application Programming Interface</a:t>
            </a:r>
          </a:p>
          <a:p>
            <a:pPr algn="just"/>
            <a:r>
              <a:rPr lang="en-GB" sz="1600" dirty="0">
                <a:latin typeface="Roboto Mono" panose="00000009000000000000" pitchFamily="49" charset="0"/>
                <a:ea typeface="Roboto Mono" panose="00000009000000000000" pitchFamily="49" charset="0"/>
              </a:rPr>
              <a:t>B. Application Program Internet</a:t>
            </a:r>
          </a:p>
          <a:p>
            <a:pPr algn="just"/>
            <a:r>
              <a:rPr lang="en-GB" sz="1600" dirty="0">
                <a:latin typeface="Roboto Mono" panose="00000009000000000000" pitchFamily="49" charset="0"/>
                <a:ea typeface="Roboto Mono" panose="00000009000000000000" pitchFamily="49" charset="0"/>
              </a:rPr>
              <a:t>C. Automatic Program Interface</a:t>
            </a:r>
          </a:p>
          <a:p>
            <a:pPr algn="just"/>
            <a:r>
              <a:rPr lang="en-GB" sz="1600" dirty="0">
                <a:solidFill>
                  <a:schemeClr val="bg1"/>
                </a:solidFill>
                <a:latin typeface="Roboto Mono" panose="00000009000000000000" pitchFamily="49" charset="0"/>
                <a:ea typeface="Roboto Mono" panose="00000009000000000000" pitchFamily="49" charset="0"/>
              </a:rPr>
              <a:t>D. Application Process Internet</a:t>
            </a:r>
          </a:p>
          <a:p>
            <a:pPr algn="just"/>
            <a:endParaRPr lang="en-GB" sz="1600" dirty="0">
              <a:solidFill>
                <a:schemeClr val="bg1"/>
              </a:solidFill>
              <a:latin typeface="Roboto Mono" panose="00000009000000000000" pitchFamily="49" charset="0"/>
              <a:ea typeface="Roboto Mono" panose="00000009000000000000" pitchFamily="49" charset="0"/>
            </a:endParaRPr>
          </a:p>
          <a:p>
            <a:pPr algn="just"/>
            <a:r>
              <a:rPr lang="en-GB" sz="1600" dirty="0">
                <a:solidFill>
                  <a:schemeClr val="bg1"/>
                </a:solidFill>
                <a:latin typeface="Roboto Mono" panose="00000009000000000000" pitchFamily="49" charset="0"/>
                <a:ea typeface="Roboto Mono" panose="00000009000000000000" pitchFamily="49" charset="0"/>
              </a:rPr>
              <a:t>=&gt; </a:t>
            </a:r>
            <a:r>
              <a:rPr lang="en-US" sz="1600" dirty="0"/>
              <a:t>API (Application Programing Interface) </a:t>
            </a:r>
            <a:r>
              <a:rPr lang="en-US" sz="1600" dirty="0" err="1"/>
              <a:t>là</a:t>
            </a:r>
            <a:r>
              <a:rPr lang="en-US" sz="1600" dirty="0"/>
              <a:t> </a:t>
            </a:r>
            <a:r>
              <a:rPr lang="en-US" sz="1600" dirty="0" err="1"/>
              <a:t>giao</a:t>
            </a:r>
            <a:r>
              <a:rPr lang="en-US" sz="1600" dirty="0"/>
              <a:t> </a:t>
            </a:r>
            <a:r>
              <a:rPr lang="en-US" sz="1600" dirty="0" err="1"/>
              <a:t>diện</a:t>
            </a:r>
            <a:r>
              <a:rPr lang="en-US" sz="1600" dirty="0"/>
              <a:t> </a:t>
            </a:r>
            <a:r>
              <a:rPr lang="en-US" sz="1600" dirty="0" err="1"/>
              <a:t>lập</a:t>
            </a:r>
            <a:r>
              <a:rPr lang="en-US" sz="1600" dirty="0"/>
              <a:t> </a:t>
            </a:r>
            <a:r>
              <a:rPr lang="en-US" sz="1600" dirty="0" err="1"/>
              <a:t>trình</a:t>
            </a:r>
            <a:r>
              <a:rPr lang="en-US" sz="1600" dirty="0"/>
              <a:t> </a:t>
            </a:r>
            <a:r>
              <a:rPr lang="en-US" sz="1600" dirty="0" err="1"/>
              <a:t>cho</a:t>
            </a:r>
            <a:r>
              <a:rPr lang="en-US" sz="1600" dirty="0"/>
              <a:t> </a:t>
            </a:r>
            <a:r>
              <a:rPr lang="en-US" sz="1600" dirty="0" err="1"/>
              <a:t>phép</a:t>
            </a:r>
            <a:r>
              <a:rPr lang="en-US" sz="1600" dirty="0"/>
              <a:t> </a:t>
            </a:r>
            <a:r>
              <a:rPr lang="en-US" sz="1600" dirty="0" err="1"/>
              <a:t>các</a:t>
            </a:r>
            <a:r>
              <a:rPr lang="en-US" sz="1600" dirty="0"/>
              <a:t> </a:t>
            </a:r>
            <a:r>
              <a:rPr lang="en-US" sz="1600" dirty="0" err="1"/>
              <a:t>hệ</a:t>
            </a:r>
            <a:r>
              <a:rPr lang="en-US" sz="1600" dirty="0"/>
              <a:t> </a:t>
            </a:r>
            <a:r>
              <a:rPr lang="en-US" sz="1600" dirty="0" err="1"/>
              <a:t>thống</a:t>
            </a:r>
            <a:r>
              <a:rPr lang="en-US" sz="1600" dirty="0"/>
              <a:t> </a:t>
            </a:r>
            <a:r>
              <a:rPr lang="en-US" sz="1600" dirty="0" err="1"/>
              <a:t>giao</a:t>
            </a:r>
            <a:r>
              <a:rPr lang="en-US" sz="1600" dirty="0"/>
              <a:t> </a:t>
            </a:r>
            <a:r>
              <a:rPr lang="en-US" sz="1600" dirty="0" err="1"/>
              <a:t>tiếp</a:t>
            </a:r>
            <a:r>
              <a:rPr lang="en-US" sz="1600" dirty="0"/>
              <a:t> </a:t>
            </a:r>
            <a:r>
              <a:rPr lang="en-US" sz="1600" dirty="0" err="1"/>
              <a:t>với</a:t>
            </a:r>
            <a:r>
              <a:rPr lang="en-US" sz="1600" dirty="0"/>
              <a:t> </a:t>
            </a:r>
            <a:r>
              <a:rPr lang="en-US" sz="1600" dirty="0" err="1"/>
              <a:t>nhau</a:t>
            </a:r>
            <a:r>
              <a:rPr lang="en-US" sz="1600" dirty="0"/>
              <a:t>.</a:t>
            </a:r>
          </a:p>
          <a:p>
            <a:pPr algn="just"/>
            <a:r>
              <a:rPr lang="en-GB" sz="1600" dirty="0">
                <a:solidFill>
                  <a:schemeClr val="bg1"/>
                </a:solidFill>
                <a:latin typeface="Roboto Mono" panose="00000009000000000000" pitchFamily="49" charset="0"/>
                <a:ea typeface="Roboto Mono" panose="00000009000000000000" pitchFamily="49" charset="0"/>
              </a:rPr>
              <a:t> </a:t>
            </a:r>
          </a:p>
          <a:p>
            <a:pPr algn="just"/>
            <a:endParaRPr lang="en-GB" sz="1600" dirty="0">
              <a:solidFill>
                <a:schemeClr val="bg1"/>
              </a:solidFill>
              <a:latin typeface="Roboto Mono" panose="00000009000000000000" pitchFamily="49" charset="0"/>
              <a:ea typeface="Roboto Mono" panose="00000009000000000000" pitchFamily="49" charset="0"/>
            </a:endParaRPr>
          </a:p>
          <a:p>
            <a:pPr algn="ctr"/>
            <a:br>
              <a:rPr lang="en-GB" sz="1600" dirty="0">
                <a:latin typeface="Roboto Mono" panose="00000009000000000000" pitchFamily="49" charset="0"/>
                <a:ea typeface="Roboto Mono" panose="00000009000000000000" pitchFamily="49" charset="0"/>
              </a:rPr>
            </a:br>
            <a:endParaRPr lang="en-GB" sz="1600" dirty="0">
              <a:latin typeface="Roboto Mono" panose="00000009000000000000" pitchFamily="49" charset="0"/>
              <a:ea typeface="Roboto Mono" panose="00000009000000000000" pitchFamily="49" charset="0"/>
            </a:endParaRPr>
          </a:p>
          <a:p>
            <a:pPr algn="ctr"/>
            <a:endParaRPr lang="en-GB" sz="1600" dirty="0">
              <a:latin typeface="Roboto Mono" panose="00000009000000000000" pitchFamily="49" charset="0"/>
              <a:ea typeface="Roboto Mono" panose="00000009000000000000" pitchFamily="49" charset="0"/>
            </a:endParaRPr>
          </a:p>
          <a:p>
            <a:pPr algn="ctr"/>
            <a:r>
              <a:rPr lang="en-GB" sz="1600" dirty="0">
                <a:latin typeface="Roboto Mono" panose="00000009000000000000" pitchFamily="49" charset="0"/>
                <a:ea typeface="Roboto Mono" panose="00000009000000000000" pitchFamily="49" charset="0"/>
              </a:rPr>
              <a:t> </a:t>
            </a:r>
          </a:p>
        </p:txBody>
      </p:sp>
      <p:sp>
        <p:nvSpPr>
          <p:cNvPr id="8" name="Rectangle 7">
            <a:extLst>
              <a:ext uri="{FF2B5EF4-FFF2-40B4-BE49-F238E27FC236}">
                <a16:creationId xmlns:a16="http://schemas.microsoft.com/office/drawing/2014/main" id="{28B39988-4BE0-66C2-DB20-98C1F8F496D6}"/>
              </a:ext>
            </a:extLst>
          </p:cNvPr>
          <p:cNvSpPr/>
          <p:nvPr/>
        </p:nvSpPr>
        <p:spPr>
          <a:xfrm>
            <a:off x="0" y="1643529"/>
            <a:ext cx="4450556" cy="6858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dirty="0"/>
          </a:p>
        </p:txBody>
      </p:sp>
      <p:sp>
        <p:nvSpPr>
          <p:cNvPr id="9" name="Rectangle 8">
            <a:extLst>
              <a:ext uri="{FF2B5EF4-FFF2-40B4-BE49-F238E27FC236}">
                <a16:creationId xmlns:a16="http://schemas.microsoft.com/office/drawing/2014/main" id="{0464E6A7-CFBB-E9A1-8CEB-DAB040FAFA4B}"/>
              </a:ext>
            </a:extLst>
          </p:cNvPr>
          <p:cNvSpPr/>
          <p:nvPr/>
        </p:nvSpPr>
        <p:spPr>
          <a:xfrm>
            <a:off x="0" y="2095967"/>
            <a:ext cx="4450556" cy="6858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dirty="0"/>
          </a:p>
        </p:txBody>
      </p:sp>
    </p:spTree>
    <p:extLst>
      <p:ext uri="{BB962C8B-B14F-4D97-AF65-F5344CB8AC3E}">
        <p14:creationId xmlns:p14="http://schemas.microsoft.com/office/powerpoint/2010/main" val="284570637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3" presetClass="emph" presetSubtype="2" fill="hold" nodeType="clickEffect">
                                  <p:stCondLst>
                                    <p:cond delay="0"/>
                                  </p:stCondLst>
                                  <p:childTnLst>
                                    <p:animClr clrSpc="rgb" dir="cw">
                                      <p:cBhvr override="childStyle">
                                        <p:cTn id="30" dur="2000" fill="hold"/>
                                        <p:tgtEl>
                                          <p:spTgt spid="3">
                                            <p:txEl>
                                              <p:pRg st="1" end="1"/>
                                            </p:txEl>
                                          </p:spTgt>
                                        </p:tgtEl>
                                        <p:attrNameLst>
                                          <p:attrName>style.color</p:attrName>
                                        </p:attrNameLst>
                                      </p:cBhvr>
                                      <p:to>
                                        <a:srgbClr val="00B050"/>
                                      </p:to>
                                    </p:animClr>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F93ECA-87EF-C07E-449F-56055FA072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810B4A-D8C7-5A80-0750-DC160A31FAF1}"/>
              </a:ext>
            </a:extLst>
          </p:cNvPr>
          <p:cNvSpPr>
            <a:spLocks noGrp="1"/>
          </p:cNvSpPr>
          <p:nvPr>
            <p:ph type="title"/>
          </p:nvPr>
        </p:nvSpPr>
        <p:spPr>
          <a:xfrm>
            <a:off x="311700" y="844610"/>
            <a:ext cx="8520600" cy="572700"/>
          </a:xfrm>
        </p:spPr>
        <p:txBody>
          <a:bodyPr/>
          <a:lstStyle/>
          <a:p>
            <a:r>
              <a:rPr lang="en-GB" b="1" dirty="0" err="1"/>
              <a:t>Câu</a:t>
            </a:r>
            <a:r>
              <a:rPr lang="en-GB" b="1" dirty="0"/>
              <a:t> </a:t>
            </a:r>
            <a:r>
              <a:rPr lang="en-GB" b="1" dirty="0" err="1"/>
              <a:t>hỏi</a:t>
            </a:r>
            <a:r>
              <a:rPr lang="en-GB" b="1" dirty="0"/>
              <a:t> </a:t>
            </a:r>
            <a:r>
              <a:rPr lang="en-GB" b="1" dirty="0" err="1"/>
              <a:t>ôn</a:t>
            </a:r>
            <a:r>
              <a:rPr lang="en-GB" b="1" dirty="0"/>
              <a:t> </a:t>
            </a:r>
            <a:r>
              <a:rPr lang="en-GB" b="1" dirty="0" err="1"/>
              <a:t>tập</a:t>
            </a:r>
            <a:r>
              <a:rPr lang="en-GB" b="1" dirty="0"/>
              <a:t>:</a:t>
            </a:r>
          </a:p>
        </p:txBody>
      </p:sp>
      <p:sp>
        <p:nvSpPr>
          <p:cNvPr id="3" name="Rectangle 2">
            <a:extLst>
              <a:ext uri="{FF2B5EF4-FFF2-40B4-BE49-F238E27FC236}">
                <a16:creationId xmlns:a16="http://schemas.microsoft.com/office/drawing/2014/main" id="{8B644411-5CC6-A4B4-7CF5-CE88D3CD7C20}"/>
              </a:ext>
            </a:extLst>
          </p:cNvPr>
          <p:cNvSpPr/>
          <p:nvPr/>
        </p:nvSpPr>
        <p:spPr>
          <a:xfrm>
            <a:off x="2225278" y="2891305"/>
            <a:ext cx="5629275" cy="6858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GB" sz="1600" b="1" dirty="0" err="1">
                <a:latin typeface="Roboto Mono" panose="00000009000000000000" pitchFamily="49" charset="0"/>
                <a:ea typeface="Roboto Mono" panose="00000009000000000000" pitchFamily="49" charset="0"/>
              </a:rPr>
              <a:t>Câu</a:t>
            </a:r>
            <a:r>
              <a:rPr lang="en-GB" sz="1600" b="1" dirty="0">
                <a:latin typeface="Roboto Mono" panose="00000009000000000000" pitchFamily="49" charset="0"/>
                <a:ea typeface="Roboto Mono" panose="00000009000000000000" pitchFamily="49" charset="0"/>
              </a:rPr>
              <a:t> 2: API </a:t>
            </a:r>
            <a:r>
              <a:rPr lang="en-GB" sz="1600" b="1" dirty="0" err="1">
                <a:latin typeface="Roboto Mono" panose="00000009000000000000" pitchFamily="49" charset="0"/>
                <a:ea typeface="Roboto Mono" panose="00000009000000000000" pitchFamily="49" charset="0"/>
              </a:rPr>
              <a:t>thanh</a:t>
            </a:r>
            <a:r>
              <a:rPr lang="en-GB" sz="1600" b="1" dirty="0">
                <a:latin typeface="Roboto Mono" panose="00000009000000000000" pitchFamily="49" charset="0"/>
                <a:ea typeface="Roboto Mono" panose="00000009000000000000" pitchFamily="49" charset="0"/>
              </a:rPr>
              <a:t> </a:t>
            </a:r>
            <a:r>
              <a:rPr lang="en-GB" sz="1600" b="1" dirty="0" err="1">
                <a:latin typeface="Roboto Mono" panose="00000009000000000000" pitchFamily="49" charset="0"/>
                <a:ea typeface="Roboto Mono" panose="00000009000000000000" pitchFamily="49" charset="0"/>
              </a:rPr>
              <a:t>toán</a:t>
            </a:r>
            <a:r>
              <a:rPr lang="en-GB" sz="1600" b="1" dirty="0">
                <a:latin typeface="Roboto Mono" panose="00000009000000000000" pitchFamily="49" charset="0"/>
                <a:ea typeface="Roboto Mono" panose="00000009000000000000" pitchFamily="49" charset="0"/>
              </a:rPr>
              <a:t> dung </a:t>
            </a:r>
            <a:r>
              <a:rPr lang="en-GB" sz="1600" b="1" dirty="0" err="1">
                <a:latin typeface="Roboto Mono" panose="00000009000000000000" pitchFamily="49" charset="0"/>
                <a:ea typeface="Roboto Mono" panose="00000009000000000000" pitchFamily="49" charset="0"/>
              </a:rPr>
              <a:t>để</a:t>
            </a:r>
            <a:r>
              <a:rPr lang="en-GB" sz="1600" b="1" dirty="0">
                <a:latin typeface="Roboto Mono" panose="00000009000000000000" pitchFamily="49" charset="0"/>
                <a:ea typeface="Roboto Mono" panose="00000009000000000000" pitchFamily="49" charset="0"/>
              </a:rPr>
              <a:t> </a:t>
            </a:r>
            <a:r>
              <a:rPr lang="en-GB" sz="1600" b="1" dirty="0" err="1">
                <a:latin typeface="Roboto Mono" panose="00000009000000000000" pitchFamily="49" charset="0"/>
                <a:ea typeface="Roboto Mono" panose="00000009000000000000" pitchFamily="49" charset="0"/>
              </a:rPr>
              <a:t>làm</a:t>
            </a:r>
            <a:r>
              <a:rPr lang="en-GB" sz="1600" b="1" dirty="0">
                <a:latin typeface="Roboto Mono" panose="00000009000000000000" pitchFamily="49" charset="0"/>
                <a:ea typeface="Roboto Mono" panose="00000009000000000000" pitchFamily="49" charset="0"/>
              </a:rPr>
              <a:t> </a:t>
            </a:r>
            <a:r>
              <a:rPr lang="en-GB" sz="1600" b="1" dirty="0" err="1">
                <a:latin typeface="Roboto Mono" panose="00000009000000000000" pitchFamily="49" charset="0"/>
                <a:ea typeface="Roboto Mono" panose="00000009000000000000" pitchFamily="49" charset="0"/>
              </a:rPr>
              <a:t>gì</a:t>
            </a:r>
            <a:r>
              <a:rPr lang="en-GB" sz="1600" b="1" dirty="0">
                <a:latin typeface="Roboto Mono" panose="00000009000000000000" pitchFamily="49" charset="0"/>
                <a:ea typeface="Roboto Mono" panose="00000009000000000000" pitchFamily="49" charset="0"/>
              </a:rPr>
              <a:t>?</a:t>
            </a:r>
          </a:p>
          <a:p>
            <a:pPr algn="just"/>
            <a:r>
              <a:rPr lang="en-GB" sz="1600" dirty="0">
                <a:latin typeface="Roboto Mono" panose="00000009000000000000" pitchFamily="49" charset="0"/>
                <a:ea typeface="Roboto Mono" panose="00000009000000000000" pitchFamily="49" charset="0"/>
              </a:rPr>
              <a:t>A. </a:t>
            </a:r>
            <a:r>
              <a:rPr lang="en-GB" sz="1600" dirty="0" err="1">
                <a:latin typeface="Roboto Mono" panose="00000009000000000000" pitchFamily="49" charset="0"/>
                <a:ea typeface="Roboto Mono" panose="00000009000000000000" pitchFamily="49" charset="0"/>
              </a:rPr>
              <a:t>Chơi</a:t>
            </a:r>
            <a:r>
              <a:rPr lang="en-GB" sz="1600" dirty="0">
                <a:latin typeface="Roboto Mono" panose="00000009000000000000" pitchFamily="49" charset="0"/>
                <a:ea typeface="Roboto Mono" panose="00000009000000000000" pitchFamily="49" charset="0"/>
              </a:rPr>
              <a:t> game.</a:t>
            </a:r>
          </a:p>
          <a:p>
            <a:pPr algn="just"/>
            <a:r>
              <a:rPr lang="en-GB" sz="1600" dirty="0">
                <a:latin typeface="Roboto Mono" panose="00000009000000000000" pitchFamily="49" charset="0"/>
                <a:ea typeface="Roboto Mono" panose="00000009000000000000" pitchFamily="49" charset="0"/>
              </a:rPr>
              <a:t>B. </a:t>
            </a:r>
            <a:r>
              <a:rPr lang="en-GB" sz="1600" dirty="0" err="1">
                <a:latin typeface="Roboto Mono" panose="00000009000000000000" pitchFamily="49" charset="0"/>
                <a:ea typeface="Roboto Mono" panose="00000009000000000000" pitchFamily="49" charset="0"/>
              </a:rPr>
              <a:t>Kết</a:t>
            </a:r>
            <a:r>
              <a:rPr lang="en-GB" sz="1600" dirty="0">
                <a:latin typeface="Roboto Mono" panose="00000009000000000000" pitchFamily="49" charset="0"/>
                <a:ea typeface="Roboto Mono" panose="00000009000000000000" pitchFamily="49" charset="0"/>
              </a:rPr>
              <a:t> </a:t>
            </a:r>
            <a:r>
              <a:rPr lang="en-GB" sz="1600" dirty="0" err="1">
                <a:latin typeface="Roboto Mono" panose="00000009000000000000" pitchFamily="49" charset="0"/>
                <a:ea typeface="Roboto Mono" panose="00000009000000000000" pitchFamily="49" charset="0"/>
              </a:rPr>
              <a:t>nối</a:t>
            </a:r>
            <a:r>
              <a:rPr lang="en-GB" sz="1600" dirty="0">
                <a:latin typeface="Roboto Mono" panose="00000009000000000000" pitchFamily="49" charset="0"/>
                <a:ea typeface="Roboto Mono" panose="00000009000000000000" pitchFamily="49" charset="0"/>
              </a:rPr>
              <a:t> website </a:t>
            </a:r>
            <a:r>
              <a:rPr lang="en-GB" sz="1600" dirty="0" err="1">
                <a:latin typeface="Roboto Mono" panose="00000009000000000000" pitchFamily="49" charset="0"/>
                <a:ea typeface="Roboto Mono" panose="00000009000000000000" pitchFamily="49" charset="0"/>
              </a:rPr>
              <a:t>với</a:t>
            </a:r>
            <a:r>
              <a:rPr lang="en-GB" sz="1600" dirty="0">
                <a:latin typeface="Roboto Mono" panose="00000009000000000000" pitchFamily="49" charset="0"/>
                <a:ea typeface="Roboto Mono" panose="00000009000000000000" pitchFamily="49" charset="0"/>
              </a:rPr>
              <a:t> </a:t>
            </a:r>
            <a:r>
              <a:rPr lang="en-GB" sz="1600" dirty="0" err="1">
                <a:latin typeface="Roboto Mono" panose="00000009000000000000" pitchFamily="49" charset="0"/>
                <a:ea typeface="Roboto Mono" panose="00000009000000000000" pitchFamily="49" charset="0"/>
              </a:rPr>
              <a:t>cổng</a:t>
            </a:r>
            <a:r>
              <a:rPr lang="en-GB" sz="1600" dirty="0">
                <a:latin typeface="Roboto Mono" panose="00000009000000000000" pitchFamily="49" charset="0"/>
                <a:ea typeface="Roboto Mono" panose="00000009000000000000" pitchFamily="49" charset="0"/>
              </a:rPr>
              <a:t> </a:t>
            </a:r>
            <a:r>
              <a:rPr lang="en-GB" sz="1600" dirty="0" err="1">
                <a:latin typeface="Roboto Mono" panose="00000009000000000000" pitchFamily="49" charset="0"/>
                <a:ea typeface="Roboto Mono" panose="00000009000000000000" pitchFamily="49" charset="0"/>
              </a:rPr>
              <a:t>thanh</a:t>
            </a:r>
            <a:r>
              <a:rPr lang="en-GB" sz="1600" dirty="0">
                <a:latin typeface="Roboto Mono" panose="00000009000000000000" pitchFamily="49" charset="0"/>
                <a:ea typeface="Roboto Mono" panose="00000009000000000000" pitchFamily="49" charset="0"/>
              </a:rPr>
              <a:t> </a:t>
            </a:r>
            <a:r>
              <a:rPr lang="en-GB" sz="1600" dirty="0" err="1">
                <a:latin typeface="Roboto Mono" panose="00000009000000000000" pitchFamily="49" charset="0"/>
                <a:ea typeface="Roboto Mono" panose="00000009000000000000" pitchFamily="49" charset="0"/>
              </a:rPr>
              <a:t>toán</a:t>
            </a:r>
            <a:r>
              <a:rPr lang="en-GB" sz="1600" dirty="0">
                <a:latin typeface="Roboto Mono" panose="00000009000000000000" pitchFamily="49" charset="0"/>
                <a:ea typeface="Roboto Mono" panose="00000009000000000000" pitchFamily="49" charset="0"/>
              </a:rPr>
              <a:t>.</a:t>
            </a:r>
          </a:p>
          <a:p>
            <a:r>
              <a:rPr lang="en-GB" sz="1600" dirty="0">
                <a:latin typeface="Roboto Mono" panose="00000009000000000000" pitchFamily="49" charset="0"/>
                <a:ea typeface="Roboto Mono" panose="00000009000000000000" pitchFamily="49" charset="0"/>
              </a:rPr>
              <a:t>C. Lưu </a:t>
            </a:r>
            <a:r>
              <a:rPr lang="en-GB" sz="1600" dirty="0" err="1">
                <a:latin typeface="Roboto Mono" panose="00000009000000000000" pitchFamily="49" charset="0"/>
                <a:ea typeface="Roboto Mono" panose="00000009000000000000" pitchFamily="49" charset="0"/>
              </a:rPr>
              <a:t>hình</a:t>
            </a:r>
            <a:r>
              <a:rPr lang="en-GB" sz="1600" dirty="0">
                <a:latin typeface="Roboto Mono" panose="00000009000000000000" pitchFamily="49" charset="0"/>
                <a:ea typeface="Roboto Mono" panose="00000009000000000000" pitchFamily="49" charset="0"/>
              </a:rPr>
              <a:t> </a:t>
            </a:r>
            <a:r>
              <a:rPr lang="en-GB" sz="1600" dirty="0" err="1">
                <a:latin typeface="Roboto Mono" panose="00000009000000000000" pitchFamily="49" charset="0"/>
                <a:ea typeface="Roboto Mono" panose="00000009000000000000" pitchFamily="49" charset="0"/>
              </a:rPr>
              <a:t>ảnh</a:t>
            </a:r>
            <a:r>
              <a:rPr lang="en-GB" sz="1600" dirty="0">
                <a:latin typeface="Roboto Mono" panose="00000009000000000000" pitchFamily="49" charset="0"/>
                <a:ea typeface="Roboto Mono" panose="00000009000000000000" pitchFamily="49" charset="0"/>
              </a:rPr>
              <a:t>.</a:t>
            </a:r>
          </a:p>
          <a:p>
            <a:pPr algn="just"/>
            <a:r>
              <a:rPr lang="en-GB" sz="1600" dirty="0">
                <a:solidFill>
                  <a:schemeClr val="bg1"/>
                </a:solidFill>
                <a:latin typeface="Roboto Mono" panose="00000009000000000000" pitchFamily="49" charset="0"/>
                <a:ea typeface="Roboto Mono" panose="00000009000000000000" pitchFamily="49" charset="0"/>
              </a:rPr>
              <a:t>D. </a:t>
            </a:r>
            <a:r>
              <a:rPr lang="en-GB" sz="1600" dirty="0" err="1">
                <a:solidFill>
                  <a:schemeClr val="bg1"/>
                </a:solidFill>
                <a:latin typeface="Roboto Mono" panose="00000009000000000000" pitchFamily="49" charset="0"/>
                <a:ea typeface="Roboto Mono" panose="00000009000000000000" pitchFamily="49" charset="0"/>
              </a:rPr>
              <a:t>Thiết</a:t>
            </a:r>
            <a:r>
              <a:rPr lang="en-GB" sz="1600" dirty="0">
                <a:solidFill>
                  <a:schemeClr val="bg1"/>
                </a:solidFill>
                <a:latin typeface="Roboto Mono" panose="00000009000000000000" pitchFamily="49" charset="0"/>
                <a:ea typeface="Roboto Mono" panose="00000009000000000000" pitchFamily="49" charset="0"/>
              </a:rPr>
              <a:t> </a:t>
            </a:r>
            <a:r>
              <a:rPr lang="en-GB" sz="1600" dirty="0" err="1">
                <a:solidFill>
                  <a:schemeClr val="bg1"/>
                </a:solidFill>
                <a:latin typeface="Roboto Mono" panose="00000009000000000000" pitchFamily="49" charset="0"/>
                <a:ea typeface="Roboto Mono" panose="00000009000000000000" pitchFamily="49" charset="0"/>
              </a:rPr>
              <a:t>kế</a:t>
            </a:r>
            <a:r>
              <a:rPr lang="en-GB" sz="1600" dirty="0">
                <a:solidFill>
                  <a:schemeClr val="bg1"/>
                </a:solidFill>
                <a:latin typeface="Roboto Mono" panose="00000009000000000000" pitchFamily="49" charset="0"/>
                <a:ea typeface="Roboto Mono" panose="00000009000000000000" pitchFamily="49" charset="0"/>
              </a:rPr>
              <a:t> </a:t>
            </a:r>
            <a:r>
              <a:rPr lang="en-GB" sz="1600" dirty="0" err="1">
                <a:solidFill>
                  <a:schemeClr val="bg1"/>
                </a:solidFill>
                <a:latin typeface="Roboto Mono" panose="00000009000000000000" pitchFamily="49" charset="0"/>
                <a:ea typeface="Roboto Mono" panose="00000009000000000000" pitchFamily="49" charset="0"/>
              </a:rPr>
              <a:t>giao</a:t>
            </a:r>
            <a:r>
              <a:rPr lang="en-GB" sz="1600" dirty="0">
                <a:solidFill>
                  <a:schemeClr val="bg1"/>
                </a:solidFill>
                <a:latin typeface="Roboto Mono" panose="00000009000000000000" pitchFamily="49" charset="0"/>
                <a:ea typeface="Roboto Mono" panose="00000009000000000000" pitchFamily="49" charset="0"/>
              </a:rPr>
              <a:t> </a:t>
            </a:r>
            <a:r>
              <a:rPr lang="en-GB" sz="1600" dirty="0" err="1">
                <a:solidFill>
                  <a:schemeClr val="bg1"/>
                </a:solidFill>
                <a:latin typeface="Roboto Mono" panose="00000009000000000000" pitchFamily="49" charset="0"/>
                <a:ea typeface="Roboto Mono" panose="00000009000000000000" pitchFamily="49" charset="0"/>
              </a:rPr>
              <a:t>diện</a:t>
            </a:r>
            <a:r>
              <a:rPr lang="en-GB" sz="1600" dirty="0">
                <a:solidFill>
                  <a:schemeClr val="bg1"/>
                </a:solidFill>
                <a:latin typeface="Roboto Mono" panose="00000009000000000000" pitchFamily="49" charset="0"/>
                <a:ea typeface="Roboto Mono" panose="00000009000000000000" pitchFamily="49" charset="0"/>
              </a:rPr>
              <a:t>.</a:t>
            </a:r>
          </a:p>
          <a:p>
            <a:pPr algn="just"/>
            <a:r>
              <a:rPr lang="en-GB" sz="1600" dirty="0">
                <a:solidFill>
                  <a:schemeClr val="bg1"/>
                </a:solidFill>
                <a:latin typeface="Roboto Mono" panose="00000009000000000000" pitchFamily="49" charset="0"/>
                <a:ea typeface="Roboto Mono" panose="00000009000000000000" pitchFamily="49" charset="0"/>
              </a:rPr>
              <a:t>=&gt; </a:t>
            </a:r>
            <a:r>
              <a:rPr lang="vi-VN" sz="1600" dirty="0"/>
              <a:t>API thanh toán giúp website kết nối với hệ thống thanh toán để người dùng trả tiền online và nhận thông báo</a:t>
            </a:r>
            <a:r>
              <a:rPr lang="en-US" sz="1600" dirty="0"/>
              <a:t>.</a:t>
            </a:r>
            <a:br>
              <a:rPr lang="en-GB" sz="1600" dirty="0">
                <a:latin typeface="Roboto Mono" panose="00000009000000000000" pitchFamily="49" charset="0"/>
                <a:ea typeface="Roboto Mono" panose="00000009000000000000" pitchFamily="49" charset="0"/>
              </a:rPr>
            </a:br>
            <a:endParaRPr lang="en-GB" sz="1600" dirty="0">
              <a:latin typeface="Roboto Mono" panose="00000009000000000000" pitchFamily="49" charset="0"/>
              <a:ea typeface="Roboto Mono" panose="00000009000000000000" pitchFamily="49" charset="0"/>
            </a:endParaRPr>
          </a:p>
          <a:p>
            <a:pPr algn="ctr"/>
            <a:endParaRPr lang="en-GB" sz="1600" dirty="0">
              <a:latin typeface="Roboto Mono" panose="00000009000000000000" pitchFamily="49" charset="0"/>
              <a:ea typeface="Roboto Mono" panose="00000009000000000000" pitchFamily="49" charset="0"/>
            </a:endParaRPr>
          </a:p>
          <a:p>
            <a:pPr algn="ctr"/>
            <a:r>
              <a:rPr lang="en-GB" sz="1600" dirty="0">
                <a:latin typeface="Roboto Mono" panose="00000009000000000000" pitchFamily="49" charset="0"/>
                <a:ea typeface="Roboto Mono" panose="00000009000000000000" pitchFamily="49" charset="0"/>
              </a:rPr>
              <a:t> </a:t>
            </a:r>
          </a:p>
        </p:txBody>
      </p:sp>
      <p:sp>
        <p:nvSpPr>
          <p:cNvPr id="8" name="Rectangle 7">
            <a:extLst>
              <a:ext uri="{FF2B5EF4-FFF2-40B4-BE49-F238E27FC236}">
                <a16:creationId xmlns:a16="http://schemas.microsoft.com/office/drawing/2014/main" id="{BC8FC557-DDE7-67F8-0A18-2C1833FA5532}"/>
              </a:ext>
            </a:extLst>
          </p:cNvPr>
          <p:cNvSpPr/>
          <p:nvPr/>
        </p:nvSpPr>
        <p:spPr>
          <a:xfrm>
            <a:off x="0" y="1643529"/>
            <a:ext cx="4450556" cy="6858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dirty="0"/>
          </a:p>
        </p:txBody>
      </p:sp>
      <p:sp>
        <p:nvSpPr>
          <p:cNvPr id="9" name="Rectangle 8">
            <a:extLst>
              <a:ext uri="{FF2B5EF4-FFF2-40B4-BE49-F238E27FC236}">
                <a16:creationId xmlns:a16="http://schemas.microsoft.com/office/drawing/2014/main" id="{7E070627-1008-3501-9D4D-991A1623B107}"/>
              </a:ext>
            </a:extLst>
          </p:cNvPr>
          <p:cNvSpPr/>
          <p:nvPr/>
        </p:nvSpPr>
        <p:spPr>
          <a:xfrm>
            <a:off x="0" y="2095967"/>
            <a:ext cx="4450556" cy="6858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dirty="0"/>
          </a:p>
        </p:txBody>
      </p:sp>
    </p:spTree>
    <p:extLst>
      <p:ext uri="{BB962C8B-B14F-4D97-AF65-F5344CB8AC3E}">
        <p14:creationId xmlns:p14="http://schemas.microsoft.com/office/powerpoint/2010/main" val="153597395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3" presetClass="emph" presetSubtype="2" fill="hold" nodeType="clickEffect">
                                  <p:stCondLst>
                                    <p:cond delay="0"/>
                                  </p:stCondLst>
                                  <p:childTnLst>
                                    <p:animClr clrSpc="rgb" dir="cw">
                                      <p:cBhvr override="childStyle">
                                        <p:cTn id="30" dur="2000" fill="hold"/>
                                        <p:tgtEl>
                                          <p:spTgt spid="3">
                                            <p:txEl>
                                              <p:pRg st="2" end="2"/>
                                            </p:txEl>
                                          </p:spTgt>
                                        </p:tgtEl>
                                        <p:attrNameLst>
                                          <p:attrName>style.color</p:attrName>
                                        </p:attrNameLst>
                                      </p:cBhvr>
                                      <p:to>
                                        <a:srgbClr val="00B050"/>
                                      </p:to>
                                    </p:animClr>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 calcmode="lin" valueType="num">
                                      <p:cBhvr additive="base">
                                        <p:cTn id="3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84755-BB1E-113E-C03C-917679E55F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7320A3-102A-21F5-5642-0A660F371214}"/>
              </a:ext>
            </a:extLst>
          </p:cNvPr>
          <p:cNvSpPr>
            <a:spLocks noGrp="1"/>
          </p:cNvSpPr>
          <p:nvPr>
            <p:ph type="title"/>
          </p:nvPr>
        </p:nvSpPr>
        <p:spPr>
          <a:xfrm>
            <a:off x="311700" y="844610"/>
            <a:ext cx="8520600" cy="572700"/>
          </a:xfrm>
        </p:spPr>
        <p:txBody>
          <a:bodyPr/>
          <a:lstStyle/>
          <a:p>
            <a:r>
              <a:rPr lang="en-GB" dirty="0" err="1"/>
              <a:t>Câu</a:t>
            </a:r>
            <a:r>
              <a:rPr lang="en-GB" dirty="0"/>
              <a:t> </a:t>
            </a:r>
            <a:r>
              <a:rPr lang="en-GB" dirty="0" err="1"/>
              <a:t>hỏi</a:t>
            </a:r>
            <a:r>
              <a:rPr lang="en-GB" dirty="0"/>
              <a:t> </a:t>
            </a:r>
            <a:r>
              <a:rPr lang="en-GB" dirty="0" err="1"/>
              <a:t>ôn</a:t>
            </a:r>
            <a:r>
              <a:rPr lang="en-GB" dirty="0"/>
              <a:t> </a:t>
            </a:r>
            <a:r>
              <a:rPr lang="en-GB" dirty="0" err="1"/>
              <a:t>tập</a:t>
            </a:r>
            <a:r>
              <a:rPr lang="en-GB" dirty="0"/>
              <a:t>:</a:t>
            </a:r>
          </a:p>
        </p:txBody>
      </p:sp>
      <p:sp>
        <p:nvSpPr>
          <p:cNvPr id="3" name="Rectangle 2">
            <a:extLst>
              <a:ext uri="{FF2B5EF4-FFF2-40B4-BE49-F238E27FC236}">
                <a16:creationId xmlns:a16="http://schemas.microsoft.com/office/drawing/2014/main" id="{9DCDCD31-5815-DA0F-04F4-540C40999A8B}"/>
              </a:ext>
            </a:extLst>
          </p:cNvPr>
          <p:cNvSpPr/>
          <p:nvPr/>
        </p:nvSpPr>
        <p:spPr>
          <a:xfrm>
            <a:off x="2225278" y="2891305"/>
            <a:ext cx="5629275" cy="6858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GB" sz="1600" dirty="0" err="1">
                <a:latin typeface="Roboto Mono" panose="00000009000000000000" pitchFamily="49" charset="0"/>
                <a:ea typeface="Roboto Mono" panose="00000009000000000000" pitchFamily="49" charset="0"/>
              </a:rPr>
              <a:t>Câu</a:t>
            </a:r>
            <a:r>
              <a:rPr lang="en-GB" sz="1600" dirty="0">
                <a:latin typeface="Roboto Mono" panose="00000009000000000000" pitchFamily="49" charset="0"/>
                <a:ea typeface="Roboto Mono" panose="00000009000000000000" pitchFamily="49" charset="0"/>
              </a:rPr>
              <a:t> 3: Callback </a:t>
            </a:r>
            <a:r>
              <a:rPr lang="en-GB" sz="1600" dirty="0" err="1">
                <a:latin typeface="Roboto Mono" panose="00000009000000000000" pitchFamily="49" charset="0"/>
                <a:ea typeface="Roboto Mono" panose="00000009000000000000" pitchFamily="49" charset="0"/>
              </a:rPr>
              <a:t>trong</a:t>
            </a:r>
            <a:r>
              <a:rPr lang="en-GB" sz="1600" dirty="0">
                <a:latin typeface="Roboto Mono" panose="00000009000000000000" pitchFamily="49" charset="0"/>
                <a:ea typeface="Roboto Mono" panose="00000009000000000000" pitchFamily="49" charset="0"/>
              </a:rPr>
              <a:t> </a:t>
            </a:r>
            <a:r>
              <a:rPr lang="en-GB" sz="1600" dirty="0" err="1">
                <a:latin typeface="Roboto Mono" panose="00000009000000000000" pitchFamily="49" charset="0"/>
                <a:ea typeface="Roboto Mono" panose="00000009000000000000" pitchFamily="49" charset="0"/>
              </a:rPr>
              <a:t>thanh</a:t>
            </a:r>
            <a:r>
              <a:rPr lang="en-GB" sz="1600" dirty="0">
                <a:latin typeface="Roboto Mono" panose="00000009000000000000" pitchFamily="49" charset="0"/>
                <a:ea typeface="Roboto Mono" panose="00000009000000000000" pitchFamily="49" charset="0"/>
              </a:rPr>
              <a:t> </a:t>
            </a:r>
            <a:r>
              <a:rPr lang="en-GB" sz="1600" dirty="0" err="1">
                <a:latin typeface="Roboto Mono" panose="00000009000000000000" pitchFamily="49" charset="0"/>
                <a:ea typeface="Roboto Mono" panose="00000009000000000000" pitchFamily="49" charset="0"/>
              </a:rPr>
              <a:t>toán</a:t>
            </a:r>
            <a:r>
              <a:rPr lang="en-GB" sz="1600" dirty="0">
                <a:latin typeface="Roboto Mono" panose="00000009000000000000" pitchFamily="49" charset="0"/>
                <a:ea typeface="Roboto Mono" panose="00000009000000000000" pitchFamily="49" charset="0"/>
              </a:rPr>
              <a:t> </a:t>
            </a:r>
            <a:r>
              <a:rPr lang="en-GB" sz="1600" dirty="0" err="1">
                <a:latin typeface="Roboto Mono" panose="00000009000000000000" pitchFamily="49" charset="0"/>
                <a:ea typeface="Roboto Mono" panose="00000009000000000000" pitchFamily="49" charset="0"/>
              </a:rPr>
              <a:t>là</a:t>
            </a:r>
            <a:r>
              <a:rPr lang="en-GB" sz="1600" dirty="0">
                <a:latin typeface="Roboto Mono" panose="00000009000000000000" pitchFamily="49" charset="0"/>
                <a:ea typeface="Roboto Mono" panose="00000009000000000000" pitchFamily="49" charset="0"/>
              </a:rPr>
              <a:t> </a:t>
            </a:r>
            <a:r>
              <a:rPr lang="en-GB" sz="1600" dirty="0" err="1">
                <a:latin typeface="Roboto Mono" panose="00000009000000000000" pitchFamily="49" charset="0"/>
                <a:ea typeface="Roboto Mono" panose="00000009000000000000" pitchFamily="49" charset="0"/>
              </a:rPr>
              <a:t>gì</a:t>
            </a:r>
            <a:r>
              <a:rPr lang="en-GB" sz="1600" dirty="0">
                <a:latin typeface="Roboto Mono" panose="00000009000000000000" pitchFamily="49" charset="0"/>
                <a:ea typeface="Roboto Mono" panose="00000009000000000000" pitchFamily="49" charset="0"/>
              </a:rPr>
              <a:t>?</a:t>
            </a:r>
          </a:p>
          <a:p>
            <a:pPr algn="just"/>
            <a:r>
              <a:rPr lang="en-GB" sz="1600" dirty="0">
                <a:latin typeface="Roboto Mono" panose="00000009000000000000" pitchFamily="49" charset="0"/>
                <a:ea typeface="Roboto Mono" panose="00000009000000000000" pitchFamily="49" charset="0"/>
              </a:rPr>
              <a:t>A. Thông </a:t>
            </a:r>
            <a:r>
              <a:rPr lang="en-GB" sz="1600" dirty="0" err="1">
                <a:latin typeface="Roboto Mono" panose="00000009000000000000" pitchFamily="49" charset="0"/>
                <a:ea typeface="Roboto Mono" panose="00000009000000000000" pitchFamily="49" charset="0"/>
              </a:rPr>
              <a:t>báo</a:t>
            </a:r>
            <a:r>
              <a:rPr lang="en-GB" sz="1600" dirty="0">
                <a:latin typeface="Roboto Mono" panose="00000009000000000000" pitchFamily="49" charset="0"/>
                <a:ea typeface="Roboto Mono" panose="00000009000000000000" pitchFamily="49" charset="0"/>
              </a:rPr>
              <a:t> </a:t>
            </a:r>
            <a:r>
              <a:rPr lang="en-GB" sz="1600" dirty="0" err="1">
                <a:latin typeface="Roboto Mono" panose="00000009000000000000" pitchFamily="49" charset="0"/>
                <a:ea typeface="Roboto Mono" panose="00000009000000000000" pitchFamily="49" charset="0"/>
              </a:rPr>
              <a:t>từ</a:t>
            </a:r>
            <a:r>
              <a:rPr lang="en-GB" sz="1600" dirty="0">
                <a:latin typeface="Roboto Mono" panose="00000009000000000000" pitchFamily="49" charset="0"/>
                <a:ea typeface="Roboto Mono" panose="00000009000000000000" pitchFamily="49" charset="0"/>
              </a:rPr>
              <a:t> </a:t>
            </a:r>
            <a:r>
              <a:rPr lang="en-GB" sz="1600" dirty="0" err="1">
                <a:latin typeface="Roboto Mono" panose="00000009000000000000" pitchFamily="49" charset="0"/>
                <a:ea typeface="Roboto Mono" panose="00000009000000000000" pitchFamily="49" charset="0"/>
              </a:rPr>
              <a:t>cổng</a:t>
            </a:r>
            <a:r>
              <a:rPr lang="en-GB" sz="1600" dirty="0">
                <a:latin typeface="Roboto Mono" panose="00000009000000000000" pitchFamily="49" charset="0"/>
                <a:ea typeface="Roboto Mono" panose="00000009000000000000" pitchFamily="49" charset="0"/>
              </a:rPr>
              <a:t> </a:t>
            </a:r>
            <a:r>
              <a:rPr lang="en-GB" sz="1600" dirty="0" err="1">
                <a:latin typeface="Roboto Mono" panose="00000009000000000000" pitchFamily="49" charset="0"/>
                <a:ea typeface="Roboto Mono" panose="00000009000000000000" pitchFamily="49" charset="0"/>
              </a:rPr>
              <a:t>thanh</a:t>
            </a:r>
            <a:r>
              <a:rPr lang="en-GB" sz="1600" dirty="0">
                <a:latin typeface="Roboto Mono" panose="00000009000000000000" pitchFamily="49" charset="0"/>
                <a:ea typeface="Roboto Mono" panose="00000009000000000000" pitchFamily="49" charset="0"/>
              </a:rPr>
              <a:t> </a:t>
            </a:r>
            <a:r>
              <a:rPr lang="en-GB" sz="1600" dirty="0" err="1">
                <a:latin typeface="Roboto Mono" panose="00000009000000000000" pitchFamily="49" charset="0"/>
                <a:ea typeface="Roboto Mono" panose="00000009000000000000" pitchFamily="49" charset="0"/>
              </a:rPr>
              <a:t>toán</a:t>
            </a:r>
            <a:r>
              <a:rPr lang="en-GB" sz="1600" dirty="0">
                <a:latin typeface="Roboto Mono" panose="00000009000000000000" pitchFamily="49" charset="0"/>
                <a:ea typeface="Roboto Mono" panose="00000009000000000000" pitchFamily="49" charset="0"/>
              </a:rPr>
              <a:t> </a:t>
            </a:r>
            <a:r>
              <a:rPr lang="en-GB" sz="1600" dirty="0" err="1">
                <a:latin typeface="Roboto Mono" panose="00000009000000000000" pitchFamily="49" charset="0"/>
                <a:ea typeface="Roboto Mono" panose="00000009000000000000" pitchFamily="49" charset="0"/>
              </a:rPr>
              <a:t>gửi</a:t>
            </a:r>
            <a:r>
              <a:rPr lang="en-GB" sz="1600" dirty="0">
                <a:latin typeface="Roboto Mono" panose="00000009000000000000" pitchFamily="49" charset="0"/>
                <a:ea typeface="Roboto Mono" panose="00000009000000000000" pitchFamily="49" charset="0"/>
              </a:rPr>
              <a:t> </a:t>
            </a:r>
            <a:r>
              <a:rPr lang="en-GB" sz="1600" dirty="0" err="1">
                <a:latin typeface="Roboto Mono" panose="00000009000000000000" pitchFamily="49" charset="0"/>
                <a:ea typeface="Roboto Mono" panose="00000009000000000000" pitchFamily="49" charset="0"/>
              </a:rPr>
              <a:t>về</a:t>
            </a:r>
            <a:r>
              <a:rPr lang="en-GB" sz="1600" dirty="0">
                <a:latin typeface="Roboto Mono" panose="00000009000000000000" pitchFamily="49" charset="0"/>
                <a:ea typeface="Roboto Mono" panose="00000009000000000000" pitchFamily="49" charset="0"/>
              </a:rPr>
              <a:t> </a:t>
            </a:r>
            <a:r>
              <a:rPr lang="en-GB" sz="1600" dirty="0" err="1">
                <a:latin typeface="Roboto Mono" panose="00000009000000000000" pitchFamily="49" charset="0"/>
                <a:ea typeface="Roboto Mono" panose="00000009000000000000" pitchFamily="49" charset="0"/>
              </a:rPr>
              <a:t>hệ</a:t>
            </a:r>
            <a:r>
              <a:rPr lang="en-GB" sz="1600" dirty="0">
                <a:latin typeface="Roboto Mono" panose="00000009000000000000" pitchFamily="49" charset="0"/>
                <a:ea typeface="Roboto Mono" panose="00000009000000000000" pitchFamily="49" charset="0"/>
              </a:rPr>
              <a:t> </a:t>
            </a:r>
            <a:r>
              <a:rPr lang="en-GB" sz="1600" dirty="0" err="1">
                <a:latin typeface="Roboto Mono" panose="00000009000000000000" pitchFamily="49" charset="0"/>
                <a:ea typeface="Roboto Mono" panose="00000009000000000000" pitchFamily="49" charset="0"/>
              </a:rPr>
              <a:t>thống</a:t>
            </a:r>
            <a:r>
              <a:rPr lang="en-GB" sz="1600" dirty="0">
                <a:latin typeface="Roboto Mono" panose="00000009000000000000" pitchFamily="49" charset="0"/>
                <a:ea typeface="Roboto Mono" panose="00000009000000000000" pitchFamily="49" charset="0"/>
              </a:rPr>
              <a:t>.</a:t>
            </a:r>
          </a:p>
          <a:p>
            <a:pPr algn="just"/>
            <a:r>
              <a:rPr lang="en-GB" sz="1600" dirty="0">
                <a:latin typeface="Roboto Mono" panose="00000009000000000000" pitchFamily="49" charset="0"/>
                <a:ea typeface="Roboto Mono" panose="00000009000000000000" pitchFamily="49" charset="0"/>
              </a:rPr>
              <a:t>B. </a:t>
            </a:r>
            <a:r>
              <a:rPr lang="en-GB" sz="1600" dirty="0" err="1">
                <a:latin typeface="Roboto Mono" panose="00000009000000000000" pitchFamily="49" charset="0"/>
                <a:ea typeface="Roboto Mono" panose="00000009000000000000" pitchFamily="49" charset="0"/>
              </a:rPr>
              <a:t>Gửi</a:t>
            </a:r>
            <a:r>
              <a:rPr lang="en-GB" sz="1600" dirty="0">
                <a:latin typeface="Roboto Mono" panose="00000009000000000000" pitchFamily="49" charset="0"/>
                <a:ea typeface="Roboto Mono" panose="00000009000000000000" pitchFamily="49" charset="0"/>
              </a:rPr>
              <a:t> email </a:t>
            </a:r>
            <a:r>
              <a:rPr lang="en-GB" sz="1600" dirty="0" err="1">
                <a:latin typeface="Roboto Mono" panose="00000009000000000000" pitchFamily="49" charset="0"/>
                <a:ea typeface="Roboto Mono" panose="00000009000000000000" pitchFamily="49" charset="0"/>
              </a:rPr>
              <a:t>cho</a:t>
            </a:r>
            <a:r>
              <a:rPr lang="en-GB" sz="1600" dirty="0">
                <a:latin typeface="Roboto Mono" panose="00000009000000000000" pitchFamily="49" charset="0"/>
                <a:ea typeface="Roboto Mono" panose="00000009000000000000" pitchFamily="49" charset="0"/>
              </a:rPr>
              <a:t> </a:t>
            </a:r>
            <a:r>
              <a:rPr lang="en-GB" sz="1600" dirty="0" err="1">
                <a:latin typeface="Roboto Mono" panose="00000009000000000000" pitchFamily="49" charset="0"/>
                <a:ea typeface="Roboto Mono" panose="00000009000000000000" pitchFamily="49" charset="0"/>
              </a:rPr>
              <a:t>khách</a:t>
            </a:r>
            <a:r>
              <a:rPr lang="en-GB" sz="1600" dirty="0">
                <a:latin typeface="Roboto Mono" panose="00000009000000000000" pitchFamily="49" charset="0"/>
                <a:ea typeface="Roboto Mono" panose="00000009000000000000" pitchFamily="49" charset="0"/>
              </a:rPr>
              <a:t> </a:t>
            </a:r>
            <a:r>
              <a:rPr lang="en-GB" sz="1600" dirty="0" err="1">
                <a:latin typeface="Roboto Mono" panose="00000009000000000000" pitchFamily="49" charset="0"/>
                <a:ea typeface="Roboto Mono" panose="00000009000000000000" pitchFamily="49" charset="0"/>
              </a:rPr>
              <a:t>hàng</a:t>
            </a:r>
            <a:r>
              <a:rPr lang="en-GB" sz="1600" dirty="0">
                <a:latin typeface="Roboto Mono" panose="00000009000000000000" pitchFamily="49" charset="0"/>
                <a:ea typeface="Roboto Mono" panose="00000009000000000000" pitchFamily="49" charset="0"/>
              </a:rPr>
              <a:t>.</a:t>
            </a:r>
          </a:p>
          <a:p>
            <a:pPr algn="just"/>
            <a:r>
              <a:rPr lang="en-GB" sz="1600" dirty="0">
                <a:latin typeface="Roboto Mono" panose="00000009000000000000" pitchFamily="49" charset="0"/>
                <a:ea typeface="Roboto Mono" panose="00000009000000000000" pitchFamily="49" charset="0"/>
              </a:rPr>
              <a:t>C. </a:t>
            </a:r>
            <a:r>
              <a:rPr lang="en-GB" sz="1600" dirty="0" err="1">
                <a:latin typeface="Roboto Mono" panose="00000009000000000000" pitchFamily="49" charset="0"/>
                <a:ea typeface="Roboto Mono" panose="00000009000000000000" pitchFamily="49" charset="0"/>
              </a:rPr>
              <a:t>Tạo</a:t>
            </a:r>
            <a:r>
              <a:rPr lang="en-GB" sz="1600" dirty="0">
                <a:latin typeface="Roboto Mono" panose="00000009000000000000" pitchFamily="49" charset="0"/>
                <a:ea typeface="Roboto Mono" panose="00000009000000000000" pitchFamily="49" charset="0"/>
              </a:rPr>
              <a:t> </a:t>
            </a:r>
            <a:r>
              <a:rPr lang="en-GB" sz="1600" dirty="0" err="1">
                <a:latin typeface="Roboto Mono" panose="00000009000000000000" pitchFamily="49" charset="0"/>
                <a:ea typeface="Roboto Mono" panose="00000009000000000000" pitchFamily="49" charset="0"/>
              </a:rPr>
              <a:t>tài</a:t>
            </a:r>
            <a:r>
              <a:rPr lang="en-GB" sz="1600" dirty="0">
                <a:latin typeface="Roboto Mono" panose="00000009000000000000" pitchFamily="49" charset="0"/>
                <a:ea typeface="Roboto Mono" panose="00000009000000000000" pitchFamily="49" charset="0"/>
              </a:rPr>
              <a:t> </a:t>
            </a:r>
            <a:r>
              <a:rPr lang="en-GB" sz="1600" dirty="0" err="1">
                <a:latin typeface="Roboto Mono" panose="00000009000000000000" pitchFamily="49" charset="0"/>
                <a:ea typeface="Roboto Mono" panose="00000009000000000000" pitchFamily="49" charset="0"/>
              </a:rPr>
              <a:t>khoản</a:t>
            </a:r>
            <a:r>
              <a:rPr lang="en-GB" sz="1600" dirty="0">
                <a:latin typeface="Roboto Mono" panose="00000009000000000000" pitchFamily="49" charset="0"/>
                <a:ea typeface="Roboto Mono" panose="00000009000000000000" pitchFamily="49" charset="0"/>
              </a:rPr>
              <a:t> </a:t>
            </a:r>
            <a:r>
              <a:rPr lang="en-GB" sz="1600" dirty="0" err="1">
                <a:latin typeface="Roboto Mono" panose="00000009000000000000" pitchFamily="49" charset="0"/>
                <a:ea typeface="Roboto Mono" panose="00000009000000000000" pitchFamily="49" charset="0"/>
              </a:rPr>
              <a:t>mới</a:t>
            </a:r>
            <a:r>
              <a:rPr lang="en-GB" sz="1600" dirty="0">
                <a:latin typeface="Roboto Mono" panose="00000009000000000000" pitchFamily="49" charset="0"/>
                <a:ea typeface="Roboto Mono" panose="00000009000000000000" pitchFamily="49" charset="0"/>
              </a:rPr>
              <a:t>.</a:t>
            </a:r>
          </a:p>
          <a:p>
            <a:pPr algn="just"/>
            <a:r>
              <a:rPr lang="en-GB" sz="1600" dirty="0">
                <a:solidFill>
                  <a:schemeClr val="bg1"/>
                </a:solidFill>
                <a:latin typeface="Roboto Mono" panose="00000009000000000000" pitchFamily="49" charset="0"/>
                <a:ea typeface="Roboto Mono" panose="00000009000000000000" pitchFamily="49" charset="0"/>
              </a:rPr>
              <a:t>D. </a:t>
            </a:r>
            <a:r>
              <a:rPr lang="en-GB" sz="1600" dirty="0" err="1">
                <a:solidFill>
                  <a:schemeClr val="bg1"/>
                </a:solidFill>
                <a:latin typeface="Roboto Mono" panose="00000009000000000000" pitchFamily="49" charset="0"/>
                <a:ea typeface="Roboto Mono" panose="00000009000000000000" pitchFamily="49" charset="0"/>
              </a:rPr>
              <a:t>Xóa</a:t>
            </a:r>
            <a:r>
              <a:rPr lang="en-GB" sz="1600" dirty="0">
                <a:solidFill>
                  <a:schemeClr val="bg1"/>
                </a:solidFill>
                <a:latin typeface="Roboto Mono" panose="00000009000000000000" pitchFamily="49" charset="0"/>
                <a:ea typeface="Roboto Mono" panose="00000009000000000000" pitchFamily="49" charset="0"/>
              </a:rPr>
              <a:t> </a:t>
            </a:r>
            <a:r>
              <a:rPr lang="en-GB" sz="1600" dirty="0" err="1">
                <a:solidFill>
                  <a:schemeClr val="bg1"/>
                </a:solidFill>
                <a:latin typeface="Roboto Mono" panose="00000009000000000000" pitchFamily="49" charset="0"/>
                <a:ea typeface="Roboto Mono" panose="00000009000000000000" pitchFamily="49" charset="0"/>
              </a:rPr>
              <a:t>dữ</a:t>
            </a:r>
            <a:r>
              <a:rPr lang="en-GB" sz="1600" dirty="0">
                <a:solidFill>
                  <a:schemeClr val="bg1"/>
                </a:solidFill>
                <a:latin typeface="Roboto Mono" panose="00000009000000000000" pitchFamily="49" charset="0"/>
                <a:ea typeface="Roboto Mono" panose="00000009000000000000" pitchFamily="49" charset="0"/>
              </a:rPr>
              <a:t> </a:t>
            </a:r>
            <a:r>
              <a:rPr lang="en-GB" sz="1600" dirty="0" err="1">
                <a:solidFill>
                  <a:schemeClr val="bg1"/>
                </a:solidFill>
                <a:latin typeface="Roboto Mono" panose="00000009000000000000" pitchFamily="49" charset="0"/>
                <a:ea typeface="Roboto Mono" panose="00000009000000000000" pitchFamily="49" charset="0"/>
              </a:rPr>
              <a:t>liệu</a:t>
            </a:r>
            <a:r>
              <a:rPr lang="en-GB" sz="1600" dirty="0">
                <a:solidFill>
                  <a:schemeClr val="bg1"/>
                </a:solidFill>
                <a:latin typeface="Roboto Mono" panose="00000009000000000000" pitchFamily="49" charset="0"/>
                <a:ea typeface="Roboto Mono" panose="00000009000000000000" pitchFamily="49" charset="0"/>
              </a:rPr>
              <a:t>.</a:t>
            </a:r>
          </a:p>
          <a:p>
            <a:pPr algn="just"/>
            <a:r>
              <a:rPr lang="en-GB" sz="1600" dirty="0">
                <a:solidFill>
                  <a:schemeClr val="bg1"/>
                </a:solidFill>
                <a:latin typeface="Roboto Mono" panose="00000009000000000000" pitchFamily="49" charset="0"/>
                <a:ea typeface="Roboto Mono" panose="00000009000000000000" pitchFamily="49" charset="0"/>
              </a:rPr>
              <a:t>=&gt; </a:t>
            </a:r>
            <a:r>
              <a:rPr lang="en-US" sz="1600" dirty="0">
                <a:latin typeface="Roboto Mono" panose="00000009000000000000" pitchFamily="49" charset="0"/>
                <a:ea typeface="Roboto Mono" panose="00000009000000000000" pitchFamily="49" charset="0"/>
              </a:rPr>
              <a:t>Callback </a:t>
            </a:r>
            <a:r>
              <a:rPr lang="en-US" sz="1600" dirty="0" err="1">
                <a:latin typeface="Roboto Mono" panose="00000009000000000000" pitchFamily="49" charset="0"/>
                <a:ea typeface="Roboto Mono" panose="00000009000000000000" pitchFamily="49" charset="0"/>
              </a:rPr>
              <a:t>là</a:t>
            </a:r>
            <a:r>
              <a:rPr lang="en-US" sz="1600" dirty="0">
                <a:latin typeface="Roboto Mono" panose="00000009000000000000" pitchFamily="49" charset="0"/>
                <a:ea typeface="Roboto Mono" panose="00000009000000000000" pitchFamily="49" charset="0"/>
              </a:rPr>
              <a:t> </a:t>
            </a:r>
            <a:r>
              <a:rPr lang="en-US" sz="1600" dirty="0" err="1">
                <a:latin typeface="Roboto Mono" panose="00000009000000000000" pitchFamily="49" charset="0"/>
                <a:ea typeface="Roboto Mono" panose="00000009000000000000" pitchFamily="49" charset="0"/>
              </a:rPr>
              <a:t>thông</a:t>
            </a:r>
            <a:r>
              <a:rPr lang="en-US" sz="1600" dirty="0">
                <a:latin typeface="Roboto Mono" panose="00000009000000000000" pitchFamily="49" charset="0"/>
                <a:ea typeface="Roboto Mono" panose="00000009000000000000" pitchFamily="49" charset="0"/>
              </a:rPr>
              <a:t> </a:t>
            </a:r>
            <a:r>
              <a:rPr lang="en-US" sz="1600" dirty="0" err="1">
                <a:latin typeface="Roboto Mono" panose="00000009000000000000" pitchFamily="49" charset="0"/>
                <a:ea typeface="Roboto Mono" panose="00000009000000000000" pitchFamily="49" charset="0"/>
              </a:rPr>
              <a:t>báo</a:t>
            </a:r>
            <a:r>
              <a:rPr lang="en-US" sz="1600" dirty="0">
                <a:latin typeface="Roboto Mono" panose="00000009000000000000" pitchFamily="49" charset="0"/>
                <a:ea typeface="Roboto Mono" panose="00000009000000000000" pitchFamily="49" charset="0"/>
              </a:rPr>
              <a:t> </a:t>
            </a:r>
            <a:r>
              <a:rPr lang="en-US" sz="1600" dirty="0" err="1">
                <a:latin typeface="Roboto Mono" panose="00000009000000000000" pitchFamily="49" charset="0"/>
                <a:ea typeface="Roboto Mono" panose="00000009000000000000" pitchFamily="49" charset="0"/>
              </a:rPr>
              <a:t>từ</a:t>
            </a:r>
            <a:r>
              <a:rPr lang="en-US" sz="1600" dirty="0">
                <a:latin typeface="Roboto Mono" panose="00000009000000000000" pitchFamily="49" charset="0"/>
                <a:ea typeface="Roboto Mono" panose="00000009000000000000" pitchFamily="49" charset="0"/>
              </a:rPr>
              <a:t> </a:t>
            </a:r>
            <a:r>
              <a:rPr lang="en-US" sz="1600" dirty="0" err="1">
                <a:latin typeface="Roboto Mono" panose="00000009000000000000" pitchFamily="49" charset="0"/>
                <a:ea typeface="Roboto Mono" panose="00000009000000000000" pitchFamily="49" charset="0"/>
              </a:rPr>
              <a:t>cổng</a:t>
            </a:r>
            <a:r>
              <a:rPr lang="en-US" sz="1600" dirty="0">
                <a:latin typeface="Roboto Mono" panose="00000009000000000000" pitchFamily="49" charset="0"/>
                <a:ea typeface="Roboto Mono" panose="00000009000000000000" pitchFamily="49" charset="0"/>
              </a:rPr>
              <a:t> </a:t>
            </a:r>
            <a:r>
              <a:rPr lang="en-US" sz="1600" dirty="0" err="1">
                <a:latin typeface="Roboto Mono" panose="00000009000000000000" pitchFamily="49" charset="0"/>
                <a:ea typeface="Roboto Mono" panose="00000009000000000000" pitchFamily="49" charset="0"/>
              </a:rPr>
              <a:t>thanh</a:t>
            </a:r>
            <a:r>
              <a:rPr lang="en-US" sz="1600" dirty="0">
                <a:latin typeface="Roboto Mono" panose="00000009000000000000" pitchFamily="49" charset="0"/>
                <a:ea typeface="Roboto Mono" panose="00000009000000000000" pitchFamily="49" charset="0"/>
              </a:rPr>
              <a:t> </a:t>
            </a:r>
            <a:r>
              <a:rPr lang="en-US" sz="1600" dirty="0" err="1">
                <a:latin typeface="Roboto Mono" panose="00000009000000000000" pitchFamily="49" charset="0"/>
                <a:ea typeface="Roboto Mono" panose="00000009000000000000" pitchFamily="49" charset="0"/>
              </a:rPr>
              <a:t>toán</a:t>
            </a:r>
            <a:r>
              <a:rPr lang="en-US" sz="1600" dirty="0">
                <a:latin typeface="Roboto Mono" panose="00000009000000000000" pitchFamily="49" charset="0"/>
                <a:ea typeface="Roboto Mono" panose="00000009000000000000" pitchFamily="49" charset="0"/>
              </a:rPr>
              <a:t> </a:t>
            </a:r>
            <a:r>
              <a:rPr lang="en-US" sz="1600" dirty="0" err="1">
                <a:latin typeface="Roboto Mono" panose="00000009000000000000" pitchFamily="49" charset="0"/>
                <a:ea typeface="Roboto Mono" panose="00000009000000000000" pitchFamily="49" charset="0"/>
              </a:rPr>
              <a:t>gửi</a:t>
            </a:r>
            <a:r>
              <a:rPr lang="en-US" sz="1600" dirty="0">
                <a:latin typeface="Roboto Mono" panose="00000009000000000000" pitchFamily="49" charset="0"/>
                <a:ea typeface="Roboto Mono" panose="00000009000000000000" pitchFamily="49" charset="0"/>
              </a:rPr>
              <a:t> </a:t>
            </a:r>
            <a:r>
              <a:rPr lang="en-US" sz="1600" dirty="0" err="1">
                <a:latin typeface="Roboto Mono" panose="00000009000000000000" pitchFamily="49" charset="0"/>
                <a:ea typeface="Roboto Mono" panose="00000009000000000000" pitchFamily="49" charset="0"/>
              </a:rPr>
              <a:t>về</a:t>
            </a:r>
            <a:r>
              <a:rPr lang="en-US" sz="1600" dirty="0">
                <a:latin typeface="Roboto Mono" panose="00000009000000000000" pitchFamily="49" charset="0"/>
                <a:ea typeface="Roboto Mono" panose="00000009000000000000" pitchFamily="49" charset="0"/>
              </a:rPr>
              <a:t> website </a:t>
            </a:r>
            <a:r>
              <a:rPr lang="en-US" sz="1600" dirty="0" err="1">
                <a:latin typeface="Roboto Mono" panose="00000009000000000000" pitchFamily="49" charset="0"/>
                <a:ea typeface="Roboto Mono" panose="00000009000000000000" pitchFamily="49" charset="0"/>
              </a:rPr>
              <a:t>để</a:t>
            </a:r>
            <a:r>
              <a:rPr lang="en-US" sz="1600" dirty="0">
                <a:latin typeface="Roboto Mono" panose="00000009000000000000" pitchFamily="49" charset="0"/>
                <a:ea typeface="Roboto Mono" panose="00000009000000000000" pitchFamily="49" charset="0"/>
              </a:rPr>
              <a:t> </a:t>
            </a:r>
            <a:r>
              <a:rPr lang="en-US" sz="1600" dirty="0" err="1">
                <a:latin typeface="Roboto Mono" panose="00000009000000000000" pitchFamily="49" charset="0"/>
                <a:ea typeface="Roboto Mono" panose="00000009000000000000" pitchFamily="49" charset="0"/>
              </a:rPr>
              <a:t>báo</a:t>
            </a:r>
            <a:r>
              <a:rPr lang="en-US" sz="1600" dirty="0">
                <a:latin typeface="Roboto Mono" panose="00000009000000000000" pitchFamily="49" charset="0"/>
                <a:ea typeface="Roboto Mono" panose="00000009000000000000" pitchFamily="49" charset="0"/>
              </a:rPr>
              <a:t> </a:t>
            </a:r>
            <a:r>
              <a:rPr lang="en-US" sz="1600" dirty="0" err="1">
                <a:latin typeface="Roboto Mono" panose="00000009000000000000" pitchFamily="49" charset="0"/>
                <a:ea typeface="Roboto Mono" panose="00000009000000000000" pitchFamily="49" charset="0"/>
              </a:rPr>
              <a:t>trạng</a:t>
            </a:r>
            <a:r>
              <a:rPr lang="en-US" sz="1600" dirty="0">
                <a:latin typeface="Roboto Mono" panose="00000009000000000000" pitchFamily="49" charset="0"/>
                <a:ea typeface="Roboto Mono" panose="00000009000000000000" pitchFamily="49" charset="0"/>
              </a:rPr>
              <a:t> </a:t>
            </a:r>
            <a:r>
              <a:rPr lang="en-US" sz="1600" dirty="0" err="1">
                <a:latin typeface="Roboto Mono" panose="00000009000000000000" pitchFamily="49" charset="0"/>
                <a:ea typeface="Roboto Mono" panose="00000009000000000000" pitchFamily="49" charset="0"/>
              </a:rPr>
              <a:t>thái</a:t>
            </a:r>
            <a:r>
              <a:rPr lang="en-US" sz="1600" dirty="0">
                <a:latin typeface="Roboto Mono" panose="00000009000000000000" pitchFamily="49" charset="0"/>
                <a:ea typeface="Roboto Mono" panose="00000009000000000000" pitchFamily="49" charset="0"/>
              </a:rPr>
              <a:t> </a:t>
            </a:r>
            <a:r>
              <a:rPr lang="en-US" sz="1600" dirty="0" err="1">
                <a:latin typeface="Roboto Mono" panose="00000009000000000000" pitchFamily="49" charset="0"/>
                <a:ea typeface="Roboto Mono" panose="00000009000000000000" pitchFamily="49" charset="0"/>
              </a:rPr>
              <a:t>thanh</a:t>
            </a:r>
            <a:r>
              <a:rPr lang="en-US" sz="1600" dirty="0">
                <a:latin typeface="Roboto Mono" panose="00000009000000000000" pitchFamily="49" charset="0"/>
                <a:ea typeface="Roboto Mono" panose="00000009000000000000" pitchFamily="49" charset="0"/>
              </a:rPr>
              <a:t> </a:t>
            </a:r>
            <a:r>
              <a:rPr lang="en-US" sz="1600" dirty="0" err="1">
                <a:latin typeface="Roboto Mono" panose="00000009000000000000" pitchFamily="49" charset="0"/>
                <a:ea typeface="Roboto Mono" panose="00000009000000000000" pitchFamily="49" charset="0"/>
              </a:rPr>
              <a:t>toán</a:t>
            </a:r>
            <a:r>
              <a:rPr lang="en-US" sz="1600" dirty="0">
                <a:latin typeface="Roboto Mono" panose="00000009000000000000" pitchFamily="49" charset="0"/>
                <a:ea typeface="Roboto Mono" panose="00000009000000000000" pitchFamily="49" charset="0"/>
              </a:rPr>
              <a:t> (</a:t>
            </a:r>
            <a:r>
              <a:rPr lang="en-US" sz="1600" dirty="0" err="1">
                <a:latin typeface="Roboto Mono" panose="00000009000000000000" pitchFamily="49" charset="0"/>
                <a:ea typeface="Roboto Mono" panose="00000009000000000000" pitchFamily="49" charset="0"/>
              </a:rPr>
              <a:t>thành</a:t>
            </a:r>
            <a:r>
              <a:rPr lang="en-US" sz="1600" dirty="0">
                <a:latin typeface="Roboto Mono" panose="00000009000000000000" pitchFamily="49" charset="0"/>
                <a:ea typeface="Roboto Mono" panose="00000009000000000000" pitchFamily="49" charset="0"/>
              </a:rPr>
              <a:t> </a:t>
            </a:r>
            <a:r>
              <a:rPr lang="en-US" sz="1600" dirty="0" err="1">
                <a:latin typeface="Roboto Mono" panose="00000009000000000000" pitchFamily="49" charset="0"/>
                <a:ea typeface="Roboto Mono" panose="00000009000000000000" pitchFamily="49" charset="0"/>
              </a:rPr>
              <a:t>công</a:t>
            </a:r>
            <a:r>
              <a:rPr lang="en-US" sz="1600" dirty="0">
                <a:latin typeface="Roboto Mono" panose="00000009000000000000" pitchFamily="49" charset="0"/>
                <a:ea typeface="Roboto Mono" panose="00000009000000000000" pitchFamily="49" charset="0"/>
              </a:rPr>
              <a:t> </a:t>
            </a:r>
            <a:r>
              <a:rPr lang="en-US" sz="1600" dirty="0" err="1">
                <a:latin typeface="Roboto Mono" panose="00000009000000000000" pitchFamily="49" charset="0"/>
                <a:ea typeface="Roboto Mono" panose="00000009000000000000" pitchFamily="49" charset="0"/>
              </a:rPr>
              <a:t>hoặc</a:t>
            </a:r>
            <a:r>
              <a:rPr lang="en-US" sz="1600" dirty="0">
                <a:latin typeface="Roboto Mono" panose="00000009000000000000" pitchFamily="49" charset="0"/>
                <a:ea typeface="Roboto Mono" panose="00000009000000000000" pitchFamily="49" charset="0"/>
              </a:rPr>
              <a:t> </a:t>
            </a:r>
            <a:r>
              <a:rPr lang="en-US" sz="1600" dirty="0" err="1">
                <a:latin typeface="Roboto Mono" panose="00000009000000000000" pitchFamily="49" charset="0"/>
                <a:ea typeface="Roboto Mono" panose="00000009000000000000" pitchFamily="49" charset="0"/>
              </a:rPr>
              <a:t>thất</a:t>
            </a:r>
            <a:r>
              <a:rPr lang="en-US" sz="1600" dirty="0">
                <a:latin typeface="Roboto Mono" panose="00000009000000000000" pitchFamily="49" charset="0"/>
                <a:ea typeface="Roboto Mono" panose="00000009000000000000" pitchFamily="49" charset="0"/>
              </a:rPr>
              <a:t> </a:t>
            </a:r>
            <a:r>
              <a:rPr lang="en-US" sz="1600" dirty="0" err="1">
                <a:latin typeface="Roboto Mono" panose="00000009000000000000" pitchFamily="49" charset="0"/>
                <a:ea typeface="Roboto Mono" panose="00000009000000000000" pitchFamily="49" charset="0"/>
              </a:rPr>
              <a:t>bại</a:t>
            </a:r>
            <a:r>
              <a:rPr lang="en-US" sz="1600" dirty="0">
                <a:latin typeface="Roboto Mono" panose="00000009000000000000" pitchFamily="49" charset="0"/>
                <a:ea typeface="Roboto Mono" panose="00000009000000000000" pitchFamily="49" charset="0"/>
              </a:rPr>
              <a:t>).</a:t>
            </a:r>
            <a:endParaRPr lang="en-GB" sz="1600" dirty="0">
              <a:solidFill>
                <a:schemeClr val="bg1"/>
              </a:solidFill>
              <a:latin typeface="Roboto Mono" panose="00000009000000000000" pitchFamily="49" charset="0"/>
              <a:ea typeface="Roboto Mono" panose="00000009000000000000" pitchFamily="49" charset="0"/>
            </a:endParaRPr>
          </a:p>
          <a:p>
            <a:pPr algn="ctr"/>
            <a:br>
              <a:rPr lang="en-GB" sz="1600" dirty="0">
                <a:latin typeface="Roboto Mono" panose="00000009000000000000" pitchFamily="49" charset="0"/>
                <a:ea typeface="Roboto Mono" panose="00000009000000000000" pitchFamily="49" charset="0"/>
              </a:rPr>
            </a:br>
            <a:endParaRPr lang="en-GB" sz="1600" dirty="0">
              <a:latin typeface="Roboto Mono" panose="00000009000000000000" pitchFamily="49" charset="0"/>
              <a:ea typeface="Roboto Mono" panose="00000009000000000000" pitchFamily="49" charset="0"/>
            </a:endParaRPr>
          </a:p>
          <a:p>
            <a:pPr algn="ctr"/>
            <a:endParaRPr lang="en-GB" sz="1600" dirty="0">
              <a:latin typeface="Roboto Mono" panose="00000009000000000000" pitchFamily="49" charset="0"/>
              <a:ea typeface="Roboto Mono" panose="00000009000000000000" pitchFamily="49" charset="0"/>
            </a:endParaRPr>
          </a:p>
          <a:p>
            <a:pPr algn="ctr"/>
            <a:r>
              <a:rPr lang="en-GB" sz="1600" dirty="0">
                <a:latin typeface="Roboto Mono" panose="00000009000000000000" pitchFamily="49" charset="0"/>
                <a:ea typeface="Roboto Mono" panose="00000009000000000000" pitchFamily="49" charset="0"/>
              </a:rPr>
              <a:t> </a:t>
            </a:r>
          </a:p>
        </p:txBody>
      </p:sp>
      <p:sp>
        <p:nvSpPr>
          <p:cNvPr id="8" name="Rectangle 7">
            <a:extLst>
              <a:ext uri="{FF2B5EF4-FFF2-40B4-BE49-F238E27FC236}">
                <a16:creationId xmlns:a16="http://schemas.microsoft.com/office/drawing/2014/main" id="{8A5A8A4F-DD3A-0055-5D6A-C3A549A9E7B5}"/>
              </a:ext>
            </a:extLst>
          </p:cNvPr>
          <p:cNvSpPr/>
          <p:nvPr/>
        </p:nvSpPr>
        <p:spPr>
          <a:xfrm>
            <a:off x="0" y="1643529"/>
            <a:ext cx="4450556" cy="6858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dirty="0"/>
          </a:p>
        </p:txBody>
      </p:sp>
      <p:sp>
        <p:nvSpPr>
          <p:cNvPr id="9" name="Rectangle 8">
            <a:extLst>
              <a:ext uri="{FF2B5EF4-FFF2-40B4-BE49-F238E27FC236}">
                <a16:creationId xmlns:a16="http://schemas.microsoft.com/office/drawing/2014/main" id="{EF80B82C-5E54-B2AE-658C-AF83B39351B8}"/>
              </a:ext>
            </a:extLst>
          </p:cNvPr>
          <p:cNvSpPr/>
          <p:nvPr/>
        </p:nvSpPr>
        <p:spPr>
          <a:xfrm>
            <a:off x="0" y="2095967"/>
            <a:ext cx="4450556" cy="6858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dirty="0"/>
          </a:p>
        </p:txBody>
      </p:sp>
    </p:spTree>
    <p:extLst>
      <p:ext uri="{BB962C8B-B14F-4D97-AF65-F5344CB8AC3E}">
        <p14:creationId xmlns:p14="http://schemas.microsoft.com/office/powerpoint/2010/main" val="166932865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3" presetClass="emph" presetSubtype="2" fill="hold" nodeType="clickEffect">
                                  <p:stCondLst>
                                    <p:cond delay="0"/>
                                  </p:stCondLst>
                                  <p:childTnLst>
                                    <p:animClr clrSpc="rgb" dir="cw">
                                      <p:cBhvr override="childStyle">
                                        <p:cTn id="30" dur="2000" fill="hold"/>
                                        <p:tgtEl>
                                          <p:spTgt spid="3">
                                            <p:txEl>
                                              <p:pRg st="1" end="1"/>
                                            </p:txEl>
                                          </p:spTgt>
                                        </p:tgtEl>
                                        <p:attrNameLst>
                                          <p:attrName>style.color</p:attrName>
                                        </p:attrNameLst>
                                      </p:cBhvr>
                                      <p:to>
                                        <a:srgbClr val="00B050"/>
                                      </p:to>
                                    </p:animClr>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 calcmode="lin" valueType="num">
                                      <p:cBhvr additive="base">
                                        <p:cTn id="3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A7CA2F-C204-1A4C-13F5-705CA2E5FE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9B8285-27F9-A210-7550-9C1526DABD4D}"/>
              </a:ext>
            </a:extLst>
          </p:cNvPr>
          <p:cNvSpPr>
            <a:spLocks noGrp="1"/>
          </p:cNvSpPr>
          <p:nvPr>
            <p:ph type="title"/>
          </p:nvPr>
        </p:nvSpPr>
        <p:spPr>
          <a:xfrm>
            <a:off x="311700" y="844610"/>
            <a:ext cx="8520600" cy="572700"/>
          </a:xfrm>
        </p:spPr>
        <p:txBody>
          <a:bodyPr/>
          <a:lstStyle/>
          <a:p>
            <a:r>
              <a:rPr lang="en-GB" dirty="0" err="1"/>
              <a:t>Câu</a:t>
            </a:r>
            <a:r>
              <a:rPr lang="en-GB" dirty="0"/>
              <a:t> </a:t>
            </a:r>
            <a:r>
              <a:rPr lang="en-GB" dirty="0" err="1"/>
              <a:t>hỏi</a:t>
            </a:r>
            <a:r>
              <a:rPr lang="en-GB" dirty="0"/>
              <a:t> </a:t>
            </a:r>
            <a:r>
              <a:rPr lang="en-GB" dirty="0" err="1"/>
              <a:t>ôn</a:t>
            </a:r>
            <a:r>
              <a:rPr lang="en-GB" dirty="0"/>
              <a:t> </a:t>
            </a:r>
            <a:r>
              <a:rPr lang="en-GB" dirty="0" err="1"/>
              <a:t>tập</a:t>
            </a:r>
            <a:r>
              <a:rPr lang="en-GB" dirty="0"/>
              <a:t>:</a:t>
            </a:r>
          </a:p>
        </p:txBody>
      </p:sp>
      <p:sp>
        <p:nvSpPr>
          <p:cNvPr id="3" name="Rectangle 2">
            <a:extLst>
              <a:ext uri="{FF2B5EF4-FFF2-40B4-BE49-F238E27FC236}">
                <a16:creationId xmlns:a16="http://schemas.microsoft.com/office/drawing/2014/main" id="{369FE208-B87A-9CA8-CDBE-C0FBC18FB236}"/>
              </a:ext>
            </a:extLst>
          </p:cNvPr>
          <p:cNvSpPr/>
          <p:nvPr/>
        </p:nvSpPr>
        <p:spPr>
          <a:xfrm>
            <a:off x="2225278" y="2891305"/>
            <a:ext cx="5629275" cy="6858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GB" sz="1600" b="1" dirty="0" err="1">
                <a:latin typeface="Roboto Mono" panose="00000009000000000000" pitchFamily="49" charset="0"/>
                <a:ea typeface="Roboto Mono" panose="00000009000000000000" pitchFamily="49" charset="0"/>
              </a:rPr>
              <a:t>Câu</a:t>
            </a:r>
            <a:r>
              <a:rPr lang="en-GB" sz="1600" b="1" dirty="0">
                <a:latin typeface="Roboto Mono" panose="00000009000000000000" pitchFamily="49" charset="0"/>
                <a:ea typeface="Roboto Mono" panose="00000009000000000000" pitchFamily="49" charset="0"/>
              </a:rPr>
              <a:t> 4: Khi </a:t>
            </a:r>
            <a:r>
              <a:rPr lang="en-GB" sz="1600" b="1" dirty="0" err="1">
                <a:latin typeface="Roboto Mono" panose="00000009000000000000" pitchFamily="49" charset="0"/>
                <a:ea typeface="Roboto Mono" panose="00000009000000000000" pitchFamily="49" charset="0"/>
              </a:rPr>
              <a:t>thanh</a:t>
            </a:r>
            <a:r>
              <a:rPr lang="en-GB" sz="1600" b="1" dirty="0">
                <a:latin typeface="Roboto Mono" panose="00000009000000000000" pitchFamily="49" charset="0"/>
                <a:ea typeface="Roboto Mono" panose="00000009000000000000" pitchFamily="49" charset="0"/>
              </a:rPr>
              <a:t> </a:t>
            </a:r>
            <a:r>
              <a:rPr lang="en-GB" sz="1600" b="1" dirty="0" err="1">
                <a:latin typeface="Roboto Mono" panose="00000009000000000000" pitchFamily="49" charset="0"/>
                <a:ea typeface="Roboto Mono" panose="00000009000000000000" pitchFamily="49" charset="0"/>
              </a:rPr>
              <a:t>toán</a:t>
            </a:r>
            <a:r>
              <a:rPr lang="en-GB" sz="1600" b="1" dirty="0">
                <a:latin typeface="Roboto Mono" panose="00000009000000000000" pitchFamily="49" charset="0"/>
                <a:ea typeface="Roboto Mono" panose="00000009000000000000" pitchFamily="49" charset="0"/>
              </a:rPr>
              <a:t> </a:t>
            </a:r>
            <a:r>
              <a:rPr lang="en-GB" sz="1600" b="1" dirty="0" err="1">
                <a:latin typeface="Roboto Mono" panose="00000009000000000000" pitchFamily="49" charset="0"/>
                <a:ea typeface="Roboto Mono" panose="00000009000000000000" pitchFamily="49" charset="0"/>
              </a:rPr>
              <a:t>thành</a:t>
            </a:r>
            <a:r>
              <a:rPr lang="en-GB" sz="1600" b="1" dirty="0">
                <a:latin typeface="Roboto Mono" panose="00000009000000000000" pitchFamily="49" charset="0"/>
                <a:ea typeface="Roboto Mono" panose="00000009000000000000" pitchFamily="49" charset="0"/>
              </a:rPr>
              <a:t> </a:t>
            </a:r>
            <a:r>
              <a:rPr lang="en-GB" sz="1600" b="1" dirty="0" err="1">
                <a:latin typeface="Roboto Mono" panose="00000009000000000000" pitchFamily="49" charset="0"/>
                <a:ea typeface="Roboto Mono" panose="00000009000000000000" pitchFamily="49" charset="0"/>
              </a:rPr>
              <a:t>công</a:t>
            </a:r>
            <a:r>
              <a:rPr lang="en-GB" sz="1600" b="1" dirty="0">
                <a:latin typeface="Roboto Mono" panose="00000009000000000000" pitchFamily="49" charset="0"/>
                <a:ea typeface="Roboto Mono" panose="00000009000000000000" pitchFamily="49" charset="0"/>
              </a:rPr>
              <a:t>, </a:t>
            </a:r>
            <a:r>
              <a:rPr lang="en-GB" sz="1600" b="1" dirty="0" err="1">
                <a:latin typeface="Roboto Mono" panose="00000009000000000000" pitchFamily="49" charset="0"/>
                <a:ea typeface="Roboto Mono" panose="00000009000000000000" pitchFamily="49" charset="0"/>
              </a:rPr>
              <a:t>hệ</a:t>
            </a:r>
            <a:r>
              <a:rPr lang="en-GB" sz="1600" b="1" dirty="0">
                <a:latin typeface="Roboto Mono" panose="00000009000000000000" pitchFamily="49" charset="0"/>
                <a:ea typeface="Roboto Mono" panose="00000009000000000000" pitchFamily="49" charset="0"/>
              </a:rPr>
              <a:t> </a:t>
            </a:r>
            <a:r>
              <a:rPr lang="en-GB" sz="1600" b="1" dirty="0" err="1">
                <a:latin typeface="Roboto Mono" panose="00000009000000000000" pitchFamily="49" charset="0"/>
                <a:ea typeface="Roboto Mono" panose="00000009000000000000" pitchFamily="49" charset="0"/>
              </a:rPr>
              <a:t>thống</a:t>
            </a:r>
            <a:r>
              <a:rPr lang="en-GB" sz="1600" b="1" dirty="0">
                <a:latin typeface="Roboto Mono" panose="00000009000000000000" pitchFamily="49" charset="0"/>
                <a:ea typeface="Roboto Mono" panose="00000009000000000000" pitchFamily="49" charset="0"/>
              </a:rPr>
              <a:t> </a:t>
            </a:r>
            <a:r>
              <a:rPr lang="en-GB" sz="1600" b="1" dirty="0" err="1">
                <a:latin typeface="Roboto Mono" panose="00000009000000000000" pitchFamily="49" charset="0"/>
                <a:ea typeface="Roboto Mono" panose="00000009000000000000" pitchFamily="49" charset="0"/>
              </a:rPr>
              <a:t>biết</a:t>
            </a:r>
            <a:r>
              <a:rPr lang="en-GB" sz="1600" b="1" dirty="0">
                <a:latin typeface="Roboto Mono" panose="00000009000000000000" pitchFamily="49" charset="0"/>
                <a:ea typeface="Roboto Mono" panose="00000009000000000000" pitchFamily="49" charset="0"/>
              </a:rPr>
              <a:t> </a:t>
            </a:r>
            <a:r>
              <a:rPr lang="en-GB" sz="1600" b="1" dirty="0" err="1">
                <a:latin typeface="Roboto Mono" panose="00000009000000000000" pitchFamily="49" charset="0"/>
                <a:ea typeface="Roboto Mono" panose="00000009000000000000" pitchFamily="49" charset="0"/>
              </a:rPr>
              <a:t>được</a:t>
            </a:r>
            <a:r>
              <a:rPr lang="en-GB" sz="1600" b="1" dirty="0">
                <a:latin typeface="Roboto Mono" panose="00000009000000000000" pitchFamily="49" charset="0"/>
                <a:ea typeface="Roboto Mono" panose="00000009000000000000" pitchFamily="49" charset="0"/>
              </a:rPr>
              <a:t> </a:t>
            </a:r>
            <a:r>
              <a:rPr lang="en-GB" sz="1600" b="1" dirty="0" err="1">
                <a:latin typeface="Roboto Mono" panose="00000009000000000000" pitchFamily="49" charset="0"/>
                <a:ea typeface="Roboto Mono" panose="00000009000000000000" pitchFamily="49" charset="0"/>
              </a:rPr>
              <a:t>nhờ</a:t>
            </a:r>
            <a:r>
              <a:rPr lang="en-GB" sz="1600" b="1" dirty="0">
                <a:latin typeface="Roboto Mono" panose="00000009000000000000" pitchFamily="49" charset="0"/>
                <a:ea typeface="Roboto Mono" panose="00000009000000000000" pitchFamily="49" charset="0"/>
              </a:rPr>
              <a:t> </a:t>
            </a:r>
            <a:r>
              <a:rPr lang="en-GB" sz="1600" b="1" dirty="0" err="1">
                <a:latin typeface="Roboto Mono" panose="00000009000000000000" pitchFamily="49" charset="0"/>
                <a:ea typeface="Roboto Mono" panose="00000009000000000000" pitchFamily="49" charset="0"/>
              </a:rPr>
              <a:t>đâu</a:t>
            </a:r>
            <a:r>
              <a:rPr lang="en-GB" sz="1600" dirty="0">
                <a:latin typeface="Roboto Mono" panose="00000009000000000000" pitchFamily="49" charset="0"/>
                <a:ea typeface="Roboto Mono" panose="00000009000000000000" pitchFamily="49" charset="0"/>
              </a:rPr>
              <a:t>?</a:t>
            </a:r>
          </a:p>
          <a:p>
            <a:pPr algn="just"/>
            <a:r>
              <a:rPr lang="en-GB" sz="1600" dirty="0">
                <a:latin typeface="Roboto Mono" panose="00000009000000000000" pitchFamily="49" charset="0"/>
                <a:ea typeface="Roboto Mono" panose="00000009000000000000" pitchFamily="49" charset="0"/>
              </a:rPr>
              <a:t>A. Callback </a:t>
            </a:r>
            <a:r>
              <a:rPr lang="en-GB" sz="1600" dirty="0" err="1">
                <a:latin typeface="Roboto Mono" panose="00000009000000000000" pitchFamily="49" charset="0"/>
                <a:ea typeface="Roboto Mono" panose="00000009000000000000" pitchFamily="49" charset="0"/>
              </a:rPr>
              <a:t>từ</a:t>
            </a:r>
            <a:r>
              <a:rPr lang="en-GB" sz="1600" dirty="0">
                <a:latin typeface="Roboto Mono" panose="00000009000000000000" pitchFamily="49" charset="0"/>
                <a:ea typeface="Roboto Mono" panose="00000009000000000000" pitchFamily="49" charset="0"/>
              </a:rPr>
              <a:t> </a:t>
            </a:r>
            <a:r>
              <a:rPr lang="en-GB" sz="1600" dirty="0" err="1">
                <a:latin typeface="Roboto Mono" panose="00000009000000000000" pitchFamily="49" charset="0"/>
                <a:ea typeface="Roboto Mono" panose="00000009000000000000" pitchFamily="49" charset="0"/>
              </a:rPr>
              <a:t>cổng</a:t>
            </a:r>
            <a:r>
              <a:rPr lang="en-GB" sz="1600" dirty="0">
                <a:latin typeface="Roboto Mono" panose="00000009000000000000" pitchFamily="49" charset="0"/>
                <a:ea typeface="Roboto Mono" panose="00000009000000000000" pitchFamily="49" charset="0"/>
              </a:rPr>
              <a:t> </a:t>
            </a:r>
            <a:r>
              <a:rPr lang="en-GB" sz="1600" dirty="0" err="1">
                <a:latin typeface="Roboto Mono" panose="00000009000000000000" pitchFamily="49" charset="0"/>
                <a:ea typeface="Roboto Mono" panose="00000009000000000000" pitchFamily="49" charset="0"/>
              </a:rPr>
              <a:t>thanh</a:t>
            </a:r>
            <a:r>
              <a:rPr lang="en-GB" sz="1600" dirty="0">
                <a:latin typeface="Roboto Mono" panose="00000009000000000000" pitchFamily="49" charset="0"/>
                <a:ea typeface="Roboto Mono" panose="00000009000000000000" pitchFamily="49" charset="0"/>
              </a:rPr>
              <a:t> </a:t>
            </a:r>
            <a:r>
              <a:rPr lang="en-GB" sz="1600" dirty="0" err="1">
                <a:latin typeface="Roboto Mono" panose="00000009000000000000" pitchFamily="49" charset="0"/>
                <a:ea typeface="Roboto Mono" panose="00000009000000000000" pitchFamily="49" charset="0"/>
              </a:rPr>
              <a:t>toán</a:t>
            </a:r>
            <a:r>
              <a:rPr lang="en-GB" sz="1600" dirty="0">
                <a:latin typeface="Roboto Mono" panose="00000009000000000000" pitchFamily="49" charset="0"/>
                <a:ea typeface="Roboto Mono" panose="00000009000000000000" pitchFamily="49" charset="0"/>
              </a:rPr>
              <a:t>.</a:t>
            </a:r>
          </a:p>
          <a:p>
            <a:pPr algn="just"/>
            <a:r>
              <a:rPr lang="en-GB" sz="1600" dirty="0">
                <a:latin typeface="Roboto Mono" panose="00000009000000000000" pitchFamily="49" charset="0"/>
                <a:ea typeface="Roboto Mono" panose="00000009000000000000" pitchFamily="49" charset="0"/>
              </a:rPr>
              <a:t>B. </a:t>
            </a:r>
            <a:r>
              <a:rPr lang="en-GB" sz="1600" dirty="0" err="1">
                <a:latin typeface="Roboto Mono" panose="00000009000000000000" pitchFamily="49" charset="0"/>
                <a:ea typeface="Roboto Mono" panose="00000009000000000000" pitchFamily="49" charset="0"/>
              </a:rPr>
              <a:t>Người</a:t>
            </a:r>
            <a:r>
              <a:rPr lang="en-GB" sz="1600" dirty="0">
                <a:latin typeface="Roboto Mono" panose="00000009000000000000" pitchFamily="49" charset="0"/>
                <a:ea typeface="Roboto Mono" panose="00000009000000000000" pitchFamily="49" charset="0"/>
              </a:rPr>
              <a:t> </a:t>
            </a:r>
            <a:r>
              <a:rPr lang="en-GB" sz="1600" dirty="0" err="1">
                <a:latin typeface="Roboto Mono" panose="00000009000000000000" pitchFamily="49" charset="0"/>
                <a:ea typeface="Roboto Mono" panose="00000009000000000000" pitchFamily="49" charset="0"/>
              </a:rPr>
              <a:t>dùng</a:t>
            </a:r>
            <a:r>
              <a:rPr lang="en-GB" sz="1600" dirty="0">
                <a:latin typeface="Roboto Mono" panose="00000009000000000000" pitchFamily="49" charset="0"/>
                <a:ea typeface="Roboto Mono" panose="00000009000000000000" pitchFamily="49" charset="0"/>
              </a:rPr>
              <a:t> </a:t>
            </a:r>
            <a:r>
              <a:rPr lang="en-GB" sz="1600" dirty="0" err="1">
                <a:latin typeface="Roboto Mono" panose="00000009000000000000" pitchFamily="49" charset="0"/>
                <a:ea typeface="Roboto Mono" panose="00000009000000000000" pitchFamily="49" charset="0"/>
              </a:rPr>
              <a:t>gọi</a:t>
            </a:r>
            <a:r>
              <a:rPr lang="en-GB" sz="1600" dirty="0">
                <a:latin typeface="Roboto Mono" panose="00000009000000000000" pitchFamily="49" charset="0"/>
                <a:ea typeface="Roboto Mono" panose="00000009000000000000" pitchFamily="49" charset="0"/>
              </a:rPr>
              <a:t> </a:t>
            </a:r>
            <a:r>
              <a:rPr lang="en-GB" sz="1600" dirty="0" err="1">
                <a:latin typeface="Roboto Mono" panose="00000009000000000000" pitchFamily="49" charset="0"/>
                <a:ea typeface="Roboto Mono" panose="00000009000000000000" pitchFamily="49" charset="0"/>
              </a:rPr>
              <a:t>điện</a:t>
            </a:r>
            <a:r>
              <a:rPr lang="en-GB" sz="1600" dirty="0">
                <a:latin typeface="Roboto Mono" panose="00000009000000000000" pitchFamily="49" charset="0"/>
                <a:ea typeface="Roboto Mono" panose="00000009000000000000" pitchFamily="49" charset="0"/>
              </a:rPr>
              <a:t>,</a:t>
            </a:r>
          </a:p>
          <a:p>
            <a:pPr algn="just"/>
            <a:r>
              <a:rPr lang="en-GB" sz="1600" dirty="0">
                <a:latin typeface="Roboto Mono" panose="00000009000000000000" pitchFamily="49" charset="0"/>
                <a:ea typeface="Roboto Mono" panose="00000009000000000000" pitchFamily="49" charset="0"/>
              </a:rPr>
              <a:t>C. Admin </a:t>
            </a:r>
            <a:r>
              <a:rPr lang="en-GB" sz="1600" dirty="0" err="1">
                <a:latin typeface="Roboto Mono" panose="00000009000000000000" pitchFamily="49" charset="0"/>
                <a:ea typeface="Roboto Mono" panose="00000009000000000000" pitchFamily="49" charset="0"/>
              </a:rPr>
              <a:t>nhập</a:t>
            </a:r>
            <a:r>
              <a:rPr lang="en-GB" sz="1600" dirty="0">
                <a:latin typeface="Roboto Mono" panose="00000009000000000000" pitchFamily="49" charset="0"/>
                <a:ea typeface="Roboto Mono" panose="00000009000000000000" pitchFamily="49" charset="0"/>
              </a:rPr>
              <a:t> </a:t>
            </a:r>
            <a:r>
              <a:rPr lang="en-GB" sz="1600" dirty="0" err="1">
                <a:latin typeface="Roboto Mono" panose="00000009000000000000" pitchFamily="49" charset="0"/>
                <a:ea typeface="Roboto Mono" panose="00000009000000000000" pitchFamily="49" charset="0"/>
              </a:rPr>
              <a:t>tay</a:t>
            </a:r>
            <a:r>
              <a:rPr lang="en-GB" sz="1600" dirty="0">
                <a:latin typeface="Roboto Mono" panose="00000009000000000000" pitchFamily="49" charset="0"/>
                <a:ea typeface="Roboto Mono" panose="00000009000000000000" pitchFamily="49" charset="0"/>
              </a:rPr>
              <a:t>.</a:t>
            </a:r>
          </a:p>
          <a:p>
            <a:pPr algn="just"/>
            <a:r>
              <a:rPr lang="en-GB" sz="1600" dirty="0">
                <a:solidFill>
                  <a:schemeClr val="bg1"/>
                </a:solidFill>
                <a:latin typeface="Roboto Mono" panose="00000009000000000000" pitchFamily="49" charset="0"/>
                <a:ea typeface="Roboto Mono" panose="00000009000000000000" pitchFamily="49" charset="0"/>
              </a:rPr>
              <a:t>D. </a:t>
            </a:r>
            <a:r>
              <a:rPr lang="en-GB" sz="1600" dirty="0" err="1">
                <a:solidFill>
                  <a:schemeClr val="bg1"/>
                </a:solidFill>
                <a:latin typeface="Roboto Mono" panose="00000009000000000000" pitchFamily="49" charset="0"/>
                <a:ea typeface="Roboto Mono" panose="00000009000000000000" pitchFamily="49" charset="0"/>
              </a:rPr>
              <a:t>Tự</a:t>
            </a:r>
            <a:r>
              <a:rPr lang="en-GB" sz="1600" dirty="0">
                <a:solidFill>
                  <a:schemeClr val="bg1"/>
                </a:solidFill>
                <a:latin typeface="Roboto Mono" panose="00000009000000000000" pitchFamily="49" charset="0"/>
                <a:ea typeface="Roboto Mono" panose="00000009000000000000" pitchFamily="49" charset="0"/>
              </a:rPr>
              <a:t> </a:t>
            </a:r>
            <a:r>
              <a:rPr lang="en-GB" sz="1600" dirty="0" err="1">
                <a:solidFill>
                  <a:schemeClr val="bg1"/>
                </a:solidFill>
                <a:latin typeface="Roboto Mono" panose="00000009000000000000" pitchFamily="49" charset="0"/>
                <a:ea typeface="Roboto Mono" panose="00000009000000000000" pitchFamily="49" charset="0"/>
              </a:rPr>
              <a:t>đoán</a:t>
            </a:r>
            <a:r>
              <a:rPr lang="en-GB" sz="1600" dirty="0">
                <a:solidFill>
                  <a:schemeClr val="bg1"/>
                </a:solidFill>
                <a:latin typeface="Roboto Mono" panose="00000009000000000000" pitchFamily="49" charset="0"/>
                <a:ea typeface="Roboto Mono" panose="00000009000000000000" pitchFamily="49" charset="0"/>
              </a:rPr>
              <a:t>.</a:t>
            </a:r>
          </a:p>
          <a:p>
            <a:pPr algn="just"/>
            <a:r>
              <a:rPr lang="en-GB" sz="1600" dirty="0">
                <a:solidFill>
                  <a:schemeClr val="bg1"/>
                </a:solidFill>
                <a:latin typeface="Roboto Mono" panose="00000009000000000000" pitchFamily="49" charset="0"/>
                <a:ea typeface="Roboto Mono" panose="00000009000000000000" pitchFamily="49" charset="0"/>
              </a:rPr>
              <a:t>=&gt; </a:t>
            </a:r>
            <a:r>
              <a:rPr lang="en-US" sz="1600" dirty="0" err="1">
                <a:latin typeface="Roboto Mono" panose="00000009000000000000" pitchFamily="49" charset="0"/>
                <a:ea typeface="Roboto Mono" panose="00000009000000000000" pitchFamily="49" charset="0"/>
              </a:rPr>
              <a:t>Hệ</a:t>
            </a:r>
            <a:r>
              <a:rPr lang="en-US" sz="1600" dirty="0">
                <a:latin typeface="Roboto Mono" panose="00000009000000000000" pitchFamily="49" charset="0"/>
                <a:ea typeface="Roboto Mono" panose="00000009000000000000" pitchFamily="49" charset="0"/>
              </a:rPr>
              <a:t> </a:t>
            </a:r>
            <a:r>
              <a:rPr lang="en-US" sz="1600" dirty="0" err="1">
                <a:latin typeface="Roboto Mono" panose="00000009000000000000" pitchFamily="49" charset="0"/>
                <a:ea typeface="Roboto Mono" panose="00000009000000000000" pitchFamily="49" charset="0"/>
              </a:rPr>
              <a:t>thống</a:t>
            </a:r>
            <a:r>
              <a:rPr lang="en-US" sz="1600" dirty="0">
                <a:latin typeface="Roboto Mono" panose="00000009000000000000" pitchFamily="49" charset="0"/>
                <a:ea typeface="Roboto Mono" panose="00000009000000000000" pitchFamily="49" charset="0"/>
              </a:rPr>
              <a:t> </a:t>
            </a:r>
            <a:r>
              <a:rPr lang="en-US" sz="1600" dirty="0" err="1">
                <a:latin typeface="Roboto Mono" panose="00000009000000000000" pitchFamily="49" charset="0"/>
                <a:ea typeface="Roboto Mono" panose="00000009000000000000" pitchFamily="49" charset="0"/>
              </a:rPr>
              <a:t>biết</a:t>
            </a:r>
            <a:r>
              <a:rPr lang="en-US" sz="1600" dirty="0">
                <a:latin typeface="Roboto Mono" panose="00000009000000000000" pitchFamily="49" charset="0"/>
                <a:ea typeface="Roboto Mono" panose="00000009000000000000" pitchFamily="49" charset="0"/>
              </a:rPr>
              <a:t> </a:t>
            </a:r>
            <a:r>
              <a:rPr lang="en-US" sz="1600" dirty="0" err="1">
                <a:latin typeface="Roboto Mono" panose="00000009000000000000" pitchFamily="49" charset="0"/>
                <a:ea typeface="Roboto Mono" panose="00000009000000000000" pitchFamily="49" charset="0"/>
              </a:rPr>
              <a:t>thanh</a:t>
            </a:r>
            <a:r>
              <a:rPr lang="en-US" sz="1600" dirty="0">
                <a:latin typeface="Roboto Mono" panose="00000009000000000000" pitchFamily="49" charset="0"/>
                <a:ea typeface="Roboto Mono" panose="00000009000000000000" pitchFamily="49" charset="0"/>
              </a:rPr>
              <a:t> </a:t>
            </a:r>
            <a:r>
              <a:rPr lang="en-US" sz="1600" dirty="0" err="1">
                <a:latin typeface="Roboto Mono" panose="00000009000000000000" pitchFamily="49" charset="0"/>
                <a:ea typeface="Roboto Mono" panose="00000009000000000000" pitchFamily="49" charset="0"/>
              </a:rPr>
              <a:t>toán</a:t>
            </a:r>
            <a:r>
              <a:rPr lang="en-US" sz="1600" dirty="0">
                <a:latin typeface="Roboto Mono" panose="00000009000000000000" pitchFamily="49" charset="0"/>
                <a:ea typeface="Roboto Mono" panose="00000009000000000000" pitchFamily="49" charset="0"/>
              </a:rPr>
              <a:t> </a:t>
            </a:r>
            <a:r>
              <a:rPr lang="en-US" sz="1600" dirty="0" err="1">
                <a:latin typeface="Roboto Mono" panose="00000009000000000000" pitchFamily="49" charset="0"/>
                <a:ea typeface="Roboto Mono" panose="00000009000000000000" pitchFamily="49" charset="0"/>
              </a:rPr>
              <a:t>thành</a:t>
            </a:r>
            <a:r>
              <a:rPr lang="en-US" sz="1600" dirty="0">
                <a:latin typeface="Roboto Mono" panose="00000009000000000000" pitchFamily="49" charset="0"/>
                <a:ea typeface="Roboto Mono" panose="00000009000000000000" pitchFamily="49" charset="0"/>
              </a:rPr>
              <a:t> </a:t>
            </a:r>
            <a:r>
              <a:rPr lang="en-US" sz="1600" dirty="0" err="1">
                <a:latin typeface="Roboto Mono" panose="00000009000000000000" pitchFamily="49" charset="0"/>
                <a:ea typeface="Roboto Mono" panose="00000009000000000000" pitchFamily="49" charset="0"/>
              </a:rPr>
              <a:t>công</a:t>
            </a:r>
            <a:r>
              <a:rPr lang="en-US" sz="1600" dirty="0">
                <a:latin typeface="Roboto Mono" panose="00000009000000000000" pitchFamily="49" charset="0"/>
                <a:ea typeface="Roboto Mono" panose="00000009000000000000" pitchFamily="49" charset="0"/>
              </a:rPr>
              <a:t> </a:t>
            </a:r>
            <a:r>
              <a:rPr lang="en-US" sz="1600" dirty="0" err="1">
                <a:latin typeface="Roboto Mono" panose="00000009000000000000" pitchFamily="49" charset="0"/>
                <a:ea typeface="Roboto Mono" panose="00000009000000000000" pitchFamily="49" charset="0"/>
              </a:rPr>
              <a:t>nhờ</a:t>
            </a:r>
            <a:r>
              <a:rPr lang="en-US" sz="1600" dirty="0">
                <a:latin typeface="Roboto Mono" panose="00000009000000000000" pitchFamily="49" charset="0"/>
                <a:ea typeface="Roboto Mono" panose="00000009000000000000" pitchFamily="49" charset="0"/>
              </a:rPr>
              <a:t> callback (</a:t>
            </a:r>
            <a:r>
              <a:rPr lang="en-US" sz="1600" dirty="0" err="1">
                <a:latin typeface="Roboto Mono" panose="00000009000000000000" pitchFamily="49" charset="0"/>
                <a:ea typeface="Roboto Mono" panose="00000009000000000000" pitchFamily="49" charset="0"/>
              </a:rPr>
              <a:t>thông</a:t>
            </a:r>
            <a:r>
              <a:rPr lang="en-US" sz="1600" dirty="0">
                <a:latin typeface="Roboto Mono" panose="00000009000000000000" pitchFamily="49" charset="0"/>
                <a:ea typeface="Roboto Mono" panose="00000009000000000000" pitchFamily="49" charset="0"/>
              </a:rPr>
              <a:t> </a:t>
            </a:r>
            <a:r>
              <a:rPr lang="en-US" sz="1600" dirty="0" err="1">
                <a:latin typeface="Roboto Mono" panose="00000009000000000000" pitchFamily="49" charset="0"/>
                <a:ea typeface="Roboto Mono" panose="00000009000000000000" pitchFamily="49" charset="0"/>
              </a:rPr>
              <a:t>báo</a:t>
            </a:r>
            <a:r>
              <a:rPr lang="en-US" sz="1600" dirty="0">
                <a:latin typeface="Roboto Mono" panose="00000009000000000000" pitchFamily="49" charset="0"/>
                <a:ea typeface="Roboto Mono" panose="00000009000000000000" pitchFamily="49" charset="0"/>
              </a:rPr>
              <a:t>) </a:t>
            </a:r>
            <a:r>
              <a:rPr lang="en-US" sz="1600" dirty="0" err="1">
                <a:latin typeface="Roboto Mono" panose="00000009000000000000" pitchFamily="49" charset="0"/>
                <a:ea typeface="Roboto Mono" panose="00000009000000000000" pitchFamily="49" charset="0"/>
              </a:rPr>
              <a:t>từ</a:t>
            </a:r>
            <a:r>
              <a:rPr lang="en-US" sz="1600" dirty="0">
                <a:latin typeface="Roboto Mono" panose="00000009000000000000" pitchFamily="49" charset="0"/>
                <a:ea typeface="Roboto Mono" panose="00000009000000000000" pitchFamily="49" charset="0"/>
              </a:rPr>
              <a:t> </a:t>
            </a:r>
            <a:r>
              <a:rPr lang="en-US" sz="1600" dirty="0" err="1">
                <a:latin typeface="Roboto Mono" panose="00000009000000000000" pitchFamily="49" charset="0"/>
                <a:ea typeface="Roboto Mono" panose="00000009000000000000" pitchFamily="49" charset="0"/>
              </a:rPr>
              <a:t>cổng</a:t>
            </a:r>
            <a:r>
              <a:rPr lang="en-US" sz="1600" dirty="0">
                <a:latin typeface="Roboto Mono" panose="00000009000000000000" pitchFamily="49" charset="0"/>
                <a:ea typeface="Roboto Mono" panose="00000009000000000000" pitchFamily="49" charset="0"/>
              </a:rPr>
              <a:t> </a:t>
            </a:r>
            <a:r>
              <a:rPr lang="en-US" sz="1600" dirty="0" err="1">
                <a:latin typeface="Roboto Mono" panose="00000009000000000000" pitchFamily="49" charset="0"/>
                <a:ea typeface="Roboto Mono" panose="00000009000000000000" pitchFamily="49" charset="0"/>
              </a:rPr>
              <a:t>thanh</a:t>
            </a:r>
            <a:r>
              <a:rPr lang="en-US" sz="1600" dirty="0">
                <a:latin typeface="Roboto Mono" panose="00000009000000000000" pitchFamily="49" charset="0"/>
                <a:ea typeface="Roboto Mono" panose="00000009000000000000" pitchFamily="49" charset="0"/>
              </a:rPr>
              <a:t> </a:t>
            </a:r>
            <a:r>
              <a:rPr lang="en-US" sz="1600" dirty="0" err="1">
                <a:latin typeface="Roboto Mono" panose="00000009000000000000" pitchFamily="49" charset="0"/>
                <a:ea typeface="Roboto Mono" panose="00000009000000000000" pitchFamily="49" charset="0"/>
              </a:rPr>
              <a:t>toán</a:t>
            </a:r>
            <a:r>
              <a:rPr lang="en-US" sz="1600" dirty="0">
                <a:latin typeface="Roboto Mono" panose="00000009000000000000" pitchFamily="49" charset="0"/>
                <a:ea typeface="Roboto Mono" panose="00000009000000000000" pitchFamily="49" charset="0"/>
              </a:rPr>
              <a:t> </a:t>
            </a:r>
            <a:r>
              <a:rPr lang="en-US" sz="1600" dirty="0" err="1">
                <a:latin typeface="Roboto Mono" panose="00000009000000000000" pitchFamily="49" charset="0"/>
                <a:ea typeface="Roboto Mono" panose="00000009000000000000" pitchFamily="49" charset="0"/>
              </a:rPr>
              <a:t>gửi</a:t>
            </a:r>
            <a:r>
              <a:rPr lang="en-US" sz="1600" dirty="0">
                <a:latin typeface="Roboto Mono" panose="00000009000000000000" pitchFamily="49" charset="0"/>
                <a:ea typeface="Roboto Mono" panose="00000009000000000000" pitchFamily="49" charset="0"/>
              </a:rPr>
              <a:t> </a:t>
            </a:r>
            <a:r>
              <a:rPr lang="en-US" sz="1600" dirty="0" err="1">
                <a:latin typeface="Roboto Mono" panose="00000009000000000000" pitchFamily="49" charset="0"/>
                <a:ea typeface="Roboto Mono" panose="00000009000000000000" pitchFamily="49" charset="0"/>
              </a:rPr>
              <a:t>về</a:t>
            </a:r>
            <a:r>
              <a:rPr lang="en-US" sz="1600" dirty="0">
                <a:latin typeface="Roboto Mono" panose="00000009000000000000" pitchFamily="49" charset="0"/>
                <a:ea typeface="Roboto Mono" panose="00000009000000000000" pitchFamily="49" charset="0"/>
              </a:rPr>
              <a:t>.</a:t>
            </a:r>
          </a:p>
          <a:p>
            <a:pPr algn="just"/>
            <a:endParaRPr lang="en-GB" sz="1600" dirty="0">
              <a:solidFill>
                <a:schemeClr val="bg1"/>
              </a:solidFill>
              <a:latin typeface="Roboto Mono" panose="00000009000000000000" pitchFamily="49" charset="0"/>
              <a:ea typeface="Roboto Mono" panose="00000009000000000000" pitchFamily="49" charset="0"/>
            </a:endParaRPr>
          </a:p>
          <a:p>
            <a:pPr algn="ctr"/>
            <a:br>
              <a:rPr lang="en-GB" sz="1600" dirty="0">
                <a:latin typeface="Roboto Mono" panose="00000009000000000000" pitchFamily="49" charset="0"/>
                <a:ea typeface="Roboto Mono" panose="00000009000000000000" pitchFamily="49" charset="0"/>
              </a:rPr>
            </a:br>
            <a:endParaRPr lang="en-GB" sz="1600" dirty="0">
              <a:latin typeface="Roboto Mono" panose="00000009000000000000" pitchFamily="49" charset="0"/>
              <a:ea typeface="Roboto Mono" panose="00000009000000000000" pitchFamily="49" charset="0"/>
            </a:endParaRPr>
          </a:p>
          <a:p>
            <a:pPr algn="ctr"/>
            <a:endParaRPr lang="en-GB" sz="1600" dirty="0">
              <a:latin typeface="Roboto Mono" panose="00000009000000000000" pitchFamily="49" charset="0"/>
              <a:ea typeface="Roboto Mono" panose="00000009000000000000" pitchFamily="49" charset="0"/>
            </a:endParaRPr>
          </a:p>
          <a:p>
            <a:pPr algn="ctr"/>
            <a:r>
              <a:rPr lang="en-GB" sz="1600" dirty="0">
                <a:latin typeface="Roboto Mono" panose="00000009000000000000" pitchFamily="49" charset="0"/>
                <a:ea typeface="Roboto Mono" panose="00000009000000000000" pitchFamily="49" charset="0"/>
              </a:rPr>
              <a:t> </a:t>
            </a:r>
          </a:p>
        </p:txBody>
      </p:sp>
      <p:sp>
        <p:nvSpPr>
          <p:cNvPr id="8" name="Rectangle 7">
            <a:extLst>
              <a:ext uri="{FF2B5EF4-FFF2-40B4-BE49-F238E27FC236}">
                <a16:creationId xmlns:a16="http://schemas.microsoft.com/office/drawing/2014/main" id="{B9F63899-A6AD-0978-49A1-77DECEBB9AB6}"/>
              </a:ext>
            </a:extLst>
          </p:cNvPr>
          <p:cNvSpPr/>
          <p:nvPr/>
        </p:nvSpPr>
        <p:spPr>
          <a:xfrm>
            <a:off x="0" y="1643529"/>
            <a:ext cx="4450556" cy="6858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dirty="0"/>
          </a:p>
        </p:txBody>
      </p:sp>
      <p:sp>
        <p:nvSpPr>
          <p:cNvPr id="9" name="Rectangle 8">
            <a:extLst>
              <a:ext uri="{FF2B5EF4-FFF2-40B4-BE49-F238E27FC236}">
                <a16:creationId xmlns:a16="http://schemas.microsoft.com/office/drawing/2014/main" id="{A35EC71F-ED68-276E-40CB-76EE4EE26B6B}"/>
              </a:ext>
            </a:extLst>
          </p:cNvPr>
          <p:cNvSpPr/>
          <p:nvPr/>
        </p:nvSpPr>
        <p:spPr>
          <a:xfrm>
            <a:off x="0" y="2095967"/>
            <a:ext cx="4450556" cy="6858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dirty="0"/>
          </a:p>
        </p:txBody>
      </p:sp>
    </p:spTree>
    <p:extLst>
      <p:ext uri="{BB962C8B-B14F-4D97-AF65-F5344CB8AC3E}">
        <p14:creationId xmlns:p14="http://schemas.microsoft.com/office/powerpoint/2010/main" val="398249760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3" presetClass="emph" presetSubtype="2" fill="hold" nodeType="clickEffect">
                                  <p:stCondLst>
                                    <p:cond delay="0"/>
                                  </p:stCondLst>
                                  <p:childTnLst>
                                    <p:animClr clrSpc="rgb" dir="cw">
                                      <p:cBhvr override="childStyle">
                                        <p:cTn id="30" dur="2000" fill="hold"/>
                                        <p:tgtEl>
                                          <p:spTgt spid="3">
                                            <p:txEl>
                                              <p:pRg st="1" end="1"/>
                                            </p:txEl>
                                          </p:spTgt>
                                        </p:tgtEl>
                                        <p:attrNameLst>
                                          <p:attrName>style.color</p:attrName>
                                        </p:attrNameLst>
                                      </p:cBhvr>
                                      <p:to>
                                        <a:srgbClr val="00B050"/>
                                      </p:to>
                                    </p:animClr>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 calcmode="lin" valueType="num">
                                      <p:cBhvr additive="base">
                                        <p:cTn id="3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7" name="Google Shape;337;p27"/>
          <p:cNvSpPr txBox="1">
            <a:spLocks noGrp="1"/>
          </p:cNvSpPr>
          <p:nvPr>
            <p:ph type="title"/>
          </p:nvPr>
        </p:nvSpPr>
        <p:spPr>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GB" sz="4000" dirty="0"/>
              <a:t>Thank you for watching!</a:t>
            </a:r>
            <a:endParaRPr sz="4000" dirty="0"/>
          </a:p>
        </p:txBody>
      </p:sp>
      <p:sp>
        <p:nvSpPr>
          <p:cNvPr id="4" name="Google Shape;258;p21">
            <a:extLst>
              <a:ext uri="{FF2B5EF4-FFF2-40B4-BE49-F238E27FC236}">
                <a16:creationId xmlns:a16="http://schemas.microsoft.com/office/drawing/2014/main" id="{DDD86F94-5D3C-A44B-EE9E-BDAAF164E0BA}"/>
              </a:ext>
            </a:extLst>
          </p:cNvPr>
          <p:cNvSpPr/>
          <p:nvPr/>
        </p:nvSpPr>
        <p:spPr>
          <a:xfrm>
            <a:off x="1101142" y="1531968"/>
            <a:ext cx="7361634" cy="3506920"/>
          </a:xfrm>
          <a:custGeom>
            <a:avLst/>
            <a:gdLst/>
            <a:ahLst/>
            <a:cxnLst/>
            <a:rect l="l" t="t" r="r" b="b"/>
            <a:pathLst>
              <a:path w="285750" h="136125" extrusionOk="0">
                <a:moveTo>
                  <a:pt x="74830" y="1313"/>
                </a:moveTo>
                <a:lnTo>
                  <a:pt x="74352" y="1330"/>
                </a:lnTo>
                <a:lnTo>
                  <a:pt x="74864" y="1330"/>
                </a:lnTo>
                <a:lnTo>
                  <a:pt x="74830" y="1313"/>
                </a:lnTo>
                <a:close/>
                <a:moveTo>
                  <a:pt x="77830" y="1739"/>
                </a:moveTo>
                <a:lnTo>
                  <a:pt x="77830" y="1739"/>
                </a:lnTo>
                <a:lnTo>
                  <a:pt x="77830" y="1739"/>
                </a:lnTo>
                <a:close/>
                <a:moveTo>
                  <a:pt x="176011" y="1432"/>
                </a:moveTo>
                <a:lnTo>
                  <a:pt x="176114" y="1636"/>
                </a:lnTo>
                <a:lnTo>
                  <a:pt x="175500" y="1841"/>
                </a:lnTo>
                <a:lnTo>
                  <a:pt x="175807" y="1943"/>
                </a:lnTo>
                <a:lnTo>
                  <a:pt x="178875" y="1943"/>
                </a:lnTo>
                <a:lnTo>
                  <a:pt x="178773" y="1636"/>
                </a:lnTo>
                <a:lnTo>
                  <a:pt x="176011" y="1432"/>
                </a:lnTo>
                <a:close/>
                <a:moveTo>
                  <a:pt x="135102" y="1841"/>
                </a:moveTo>
                <a:lnTo>
                  <a:pt x="134898" y="1943"/>
                </a:lnTo>
                <a:lnTo>
                  <a:pt x="135102" y="2045"/>
                </a:lnTo>
                <a:lnTo>
                  <a:pt x="134489" y="2045"/>
                </a:lnTo>
                <a:lnTo>
                  <a:pt x="134795" y="2148"/>
                </a:lnTo>
                <a:lnTo>
                  <a:pt x="134489" y="2148"/>
                </a:lnTo>
                <a:lnTo>
                  <a:pt x="135920" y="2352"/>
                </a:lnTo>
                <a:lnTo>
                  <a:pt x="135307" y="2455"/>
                </a:lnTo>
                <a:lnTo>
                  <a:pt x="137148" y="2557"/>
                </a:lnTo>
                <a:lnTo>
                  <a:pt x="137148" y="2659"/>
                </a:lnTo>
                <a:lnTo>
                  <a:pt x="139500" y="2148"/>
                </a:lnTo>
                <a:lnTo>
                  <a:pt x="137148" y="2045"/>
                </a:lnTo>
                <a:lnTo>
                  <a:pt x="137250" y="1841"/>
                </a:lnTo>
                <a:lnTo>
                  <a:pt x="136739" y="1841"/>
                </a:lnTo>
                <a:lnTo>
                  <a:pt x="136739" y="2045"/>
                </a:lnTo>
                <a:lnTo>
                  <a:pt x="135102" y="1841"/>
                </a:lnTo>
                <a:close/>
                <a:moveTo>
                  <a:pt x="178466" y="2045"/>
                </a:moveTo>
                <a:lnTo>
                  <a:pt x="177443" y="2148"/>
                </a:lnTo>
                <a:lnTo>
                  <a:pt x="177136" y="2455"/>
                </a:lnTo>
                <a:lnTo>
                  <a:pt x="181534" y="2864"/>
                </a:lnTo>
                <a:lnTo>
                  <a:pt x="181534" y="2864"/>
                </a:lnTo>
                <a:lnTo>
                  <a:pt x="180716" y="2659"/>
                </a:lnTo>
                <a:lnTo>
                  <a:pt x="181023" y="2659"/>
                </a:lnTo>
                <a:lnTo>
                  <a:pt x="180818" y="2250"/>
                </a:lnTo>
                <a:lnTo>
                  <a:pt x="178466" y="2045"/>
                </a:lnTo>
                <a:close/>
                <a:moveTo>
                  <a:pt x="75068" y="3170"/>
                </a:moveTo>
                <a:lnTo>
                  <a:pt x="74870" y="3225"/>
                </a:lnTo>
                <a:lnTo>
                  <a:pt x="75022" y="3201"/>
                </a:lnTo>
                <a:lnTo>
                  <a:pt x="75022" y="3201"/>
                </a:lnTo>
                <a:lnTo>
                  <a:pt x="75068" y="3170"/>
                </a:lnTo>
                <a:close/>
                <a:moveTo>
                  <a:pt x="72920" y="1227"/>
                </a:moveTo>
                <a:lnTo>
                  <a:pt x="72102" y="1330"/>
                </a:lnTo>
                <a:lnTo>
                  <a:pt x="72511" y="1330"/>
                </a:lnTo>
                <a:lnTo>
                  <a:pt x="70977" y="1534"/>
                </a:lnTo>
                <a:lnTo>
                  <a:pt x="71591" y="1739"/>
                </a:lnTo>
                <a:lnTo>
                  <a:pt x="70364" y="1739"/>
                </a:lnTo>
                <a:lnTo>
                  <a:pt x="70568" y="1841"/>
                </a:lnTo>
                <a:lnTo>
                  <a:pt x="70057" y="1943"/>
                </a:lnTo>
                <a:lnTo>
                  <a:pt x="71080" y="2045"/>
                </a:lnTo>
                <a:lnTo>
                  <a:pt x="69648" y="2045"/>
                </a:lnTo>
                <a:lnTo>
                  <a:pt x="69750" y="2352"/>
                </a:lnTo>
                <a:lnTo>
                  <a:pt x="70670" y="2352"/>
                </a:lnTo>
                <a:lnTo>
                  <a:pt x="69545" y="2557"/>
                </a:lnTo>
                <a:lnTo>
                  <a:pt x="70568" y="2557"/>
                </a:lnTo>
                <a:lnTo>
                  <a:pt x="70466" y="2659"/>
                </a:lnTo>
                <a:lnTo>
                  <a:pt x="72102" y="2557"/>
                </a:lnTo>
                <a:lnTo>
                  <a:pt x="70773" y="2761"/>
                </a:lnTo>
                <a:lnTo>
                  <a:pt x="70466" y="2966"/>
                </a:lnTo>
                <a:lnTo>
                  <a:pt x="70159" y="3068"/>
                </a:lnTo>
                <a:lnTo>
                  <a:pt x="70977" y="3170"/>
                </a:lnTo>
                <a:lnTo>
                  <a:pt x="70364" y="3273"/>
                </a:lnTo>
                <a:lnTo>
                  <a:pt x="72102" y="3477"/>
                </a:lnTo>
                <a:lnTo>
                  <a:pt x="72102" y="3170"/>
                </a:lnTo>
                <a:lnTo>
                  <a:pt x="72307" y="3273"/>
                </a:lnTo>
                <a:lnTo>
                  <a:pt x="73330" y="3170"/>
                </a:lnTo>
                <a:lnTo>
                  <a:pt x="73227" y="3068"/>
                </a:lnTo>
                <a:lnTo>
                  <a:pt x="73739" y="2864"/>
                </a:lnTo>
                <a:lnTo>
                  <a:pt x="73432" y="3068"/>
                </a:lnTo>
                <a:lnTo>
                  <a:pt x="75580" y="2557"/>
                </a:lnTo>
                <a:lnTo>
                  <a:pt x="74557" y="2455"/>
                </a:lnTo>
                <a:lnTo>
                  <a:pt x="74659" y="2045"/>
                </a:lnTo>
                <a:lnTo>
                  <a:pt x="74966" y="1841"/>
                </a:lnTo>
                <a:lnTo>
                  <a:pt x="74352" y="1943"/>
                </a:lnTo>
                <a:lnTo>
                  <a:pt x="74455" y="2045"/>
                </a:lnTo>
                <a:lnTo>
                  <a:pt x="73534" y="1739"/>
                </a:lnTo>
                <a:lnTo>
                  <a:pt x="73534" y="1636"/>
                </a:lnTo>
                <a:lnTo>
                  <a:pt x="72920" y="1227"/>
                </a:lnTo>
                <a:close/>
                <a:moveTo>
                  <a:pt x="74870" y="3225"/>
                </a:moveTo>
                <a:lnTo>
                  <a:pt x="73227" y="3477"/>
                </a:lnTo>
                <a:lnTo>
                  <a:pt x="74301" y="3380"/>
                </a:lnTo>
                <a:lnTo>
                  <a:pt x="74301" y="3380"/>
                </a:lnTo>
                <a:lnTo>
                  <a:pt x="74870" y="3225"/>
                </a:lnTo>
                <a:close/>
                <a:moveTo>
                  <a:pt x="74352" y="3375"/>
                </a:moveTo>
                <a:lnTo>
                  <a:pt x="74301" y="3380"/>
                </a:lnTo>
                <a:lnTo>
                  <a:pt x="74301" y="3380"/>
                </a:lnTo>
                <a:lnTo>
                  <a:pt x="73943" y="3477"/>
                </a:lnTo>
                <a:lnTo>
                  <a:pt x="74352" y="3375"/>
                </a:lnTo>
                <a:close/>
                <a:moveTo>
                  <a:pt x="182148" y="2557"/>
                </a:moveTo>
                <a:lnTo>
                  <a:pt x="182250" y="2966"/>
                </a:lnTo>
                <a:lnTo>
                  <a:pt x="182148" y="3170"/>
                </a:lnTo>
                <a:lnTo>
                  <a:pt x="182045" y="3580"/>
                </a:lnTo>
                <a:lnTo>
                  <a:pt x="185114" y="3170"/>
                </a:lnTo>
                <a:lnTo>
                  <a:pt x="183682" y="2761"/>
                </a:lnTo>
                <a:lnTo>
                  <a:pt x="183170" y="2864"/>
                </a:lnTo>
                <a:lnTo>
                  <a:pt x="182966" y="2761"/>
                </a:lnTo>
                <a:lnTo>
                  <a:pt x="183068" y="2659"/>
                </a:lnTo>
                <a:lnTo>
                  <a:pt x="182455" y="2557"/>
                </a:lnTo>
                <a:lnTo>
                  <a:pt x="182455" y="2557"/>
                </a:lnTo>
                <a:lnTo>
                  <a:pt x="182557" y="2659"/>
                </a:lnTo>
                <a:lnTo>
                  <a:pt x="182148" y="2557"/>
                </a:lnTo>
                <a:close/>
                <a:moveTo>
                  <a:pt x="64739" y="2557"/>
                </a:moveTo>
                <a:lnTo>
                  <a:pt x="63614" y="2864"/>
                </a:lnTo>
                <a:lnTo>
                  <a:pt x="64023" y="2864"/>
                </a:lnTo>
                <a:lnTo>
                  <a:pt x="63716" y="2966"/>
                </a:lnTo>
                <a:lnTo>
                  <a:pt x="63716" y="2966"/>
                </a:lnTo>
                <a:lnTo>
                  <a:pt x="64432" y="2864"/>
                </a:lnTo>
                <a:lnTo>
                  <a:pt x="64125" y="2966"/>
                </a:lnTo>
                <a:lnTo>
                  <a:pt x="64534" y="3068"/>
                </a:lnTo>
                <a:lnTo>
                  <a:pt x="64125" y="3068"/>
                </a:lnTo>
                <a:lnTo>
                  <a:pt x="64330" y="3170"/>
                </a:lnTo>
                <a:lnTo>
                  <a:pt x="63511" y="3375"/>
                </a:lnTo>
                <a:lnTo>
                  <a:pt x="65352" y="3477"/>
                </a:lnTo>
                <a:lnTo>
                  <a:pt x="65352" y="3580"/>
                </a:lnTo>
                <a:lnTo>
                  <a:pt x="66068" y="3682"/>
                </a:lnTo>
                <a:lnTo>
                  <a:pt x="66273" y="3375"/>
                </a:lnTo>
                <a:lnTo>
                  <a:pt x="66580" y="3170"/>
                </a:lnTo>
                <a:lnTo>
                  <a:pt x="65966" y="2966"/>
                </a:lnTo>
                <a:lnTo>
                  <a:pt x="66068" y="2864"/>
                </a:lnTo>
                <a:lnTo>
                  <a:pt x="65148" y="2966"/>
                </a:lnTo>
                <a:lnTo>
                  <a:pt x="65148" y="2864"/>
                </a:lnTo>
                <a:lnTo>
                  <a:pt x="64739" y="2557"/>
                </a:lnTo>
                <a:close/>
                <a:moveTo>
                  <a:pt x="67705" y="2966"/>
                </a:moveTo>
                <a:lnTo>
                  <a:pt x="67295" y="3273"/>
                </a:lnTo>
                <a:lnTo>
                  <a:pt x="67705" y="3477"/>
                </a:lnTo>
                <a:lnTo>
                  <a:pt x="67398" y="3682"/>
                </a:lnTo>
                <a:lnTo>
                  <a:pt x="69136" y="3273"/>
                </a:lnTo>
                <a:lnTo>
                  <a:pt x="67705" y="2966"/>
                </a:lnTo>
                <a:close/>
                <a:moveTo>
                  <a:pt x="136943" y="3170"/>
                </a:moveTo>
                <a:lnTo>
                  <a:pt x="135818" y="3273"/>
                </a:lnTo>
                <a:lnTo>
                  <a:pt x="136841" y="3682"/>
                </a:lnTo>
                <a:lnTo>
                  <a:pt x="136432" y="3886"/>
                </a:lnTo>
                <a:lnTo>
                  <a:pt x="137557" y="3886"/>
                </a:lnTo>
                <a:lnTo>
                  <a:pt x="137352" y="3989"/>
                </a:lnTo>
                <a:lnTo>
                  <a:pt x="137761" y="4091"/>
                </a:lnTo>
                <a:lnTo>
                  <a:pt x="138784" y="3784"/>
                </a:lnTo>
                <a:lnTo>
                  <a:pt x="137659" y="3477"/>
                </a:lnTo>
                <a:lnTo>
                  <a:pt x="137761" y="3477"/>
                </a:lnTo>
                <a:lnTo>
                  <a:pt x="137148" y="3375"/>
                </a:lnTo>
                <a:lnTo>
                  <a:pt x="136943" y="3170"/>
                </a:lnTo>
                <a:close/>
                <a:moveTo>
                  <a:pt x="131114" y="2250"/>
                </a:moveTo>
                <a:lnTo>
                  <a:pt x="131114" y="2352"/>
                </a:lnTo>
                <a:lnTo>
                  <a:pt x="130295" y="2352"/>
                </a:lnTo>
                <a:lnTo>
                  <a:pt x="131318" y="2864"/>
                </a:lnTo>
                <a:lnTo>
                  <a:pt x="130705" y="2864"/>
                </a:lnTo>
                <a:lnTo>
                  <a:pt x="131625" y="3375"/>
                </a:lnTo>
                <a:lnTo>
                  <a:pt x="132648" y="3273"/>
                </a:lnTo>
                <a:lnTo>
                  <a:pt x="132545" y="3170"/>
                </a:lnTo>
                <a:lnTo>
                  <a:pt x="132545" y="3068"/>
                </a:lnTo>
                <a:lnTo>
                  <a:pt x="132955" y="3068"/>
                </a:lnTo>
                <a:lnTo>
                  <a:pt x="133261" y="3273"/>
                </a:lnTo>
                <a:lnTo>
                  <a:pt x="133875" y="3068"/>
                </a:lnTo>
                <a:lnTo>
                  <a:pt x="133670" y="3170"/>
                </a:lnTo>
                <a:lnTo>
                  <a:pt x="134080" y="3273"/>
                </a:lnTo>
                <a:lnTo>
                  <a:pt x="132443" y="3580"/>
                </a:lnTo>
                <a:lnTo>
                  <a:pt x="132750" y="3784"/>
                </a:lnTo>
                <a:lnTo>
                  <a:pt x="134080" y="3784"/>
                </a:lnTo>
                <a:lnTo>
                  <a:pt x="132545" y="4091"/>
                </a:lnTo>
                <a:lnTo>
                  <a:pt x="134284" y="4602"/>
                </a:lnTo>
                <a:lnTo>
                  <a:pt x="134386" y="4398"/>
                </a:lnTo>
                <a:lnTo>
                  <a:pt x="134284" y="4295"/>
                </a:lnTo>
                <a:lnTo>
                  <a:pt x="134898" y="3886"/>
                </a:lnTo>
                <a:lnTo>
                  <a:pt x="134898" y="3580"/>
                </a:lnTo>
                <a:lnTo>
                  <a:pt x="135205" y="3477"/>
                </a:lnTo>
                <a:lnTo>
                  <a:pt x="135511" y="3170"/>
                </a:lnTo>
                <a:lnTo>
                  <a:pt x="136432" y="3068"/>
                </a:lnTo>
                <a:lnTo>
                  <a:pt x="135920" y="2864"/>
                </a:lnTo>
                <a:lnTo>
                  <a:pt x="136023" y="2761"/>
                </a:lnTo>
                <a:lnTo>
                  <a:pt x="134795" y="2659"/>
                </a:lnTo>
                <a:lnTo>
                  <a:pt x="134795" y="2455"/>
                </a:lnTo>
                <a:lnTo>
                  <a:pt x="134182" y="2557"/>
                </a:lnTo>
                <a:lnTo>
                  <a:pt x="134386" y="2352"/>
                </a:lnTo>
                <a:lnTo>
                  <a:pt x="133261" y="2250"/>
                </a:lnTo>
                <a:lnTo>
                  <a:pt x="133261" y="2250"/>
                </a:lnTo>
                <a:lnTo>
                  <a:pt x="133568" y="2864"/>
                </a:lnTo>
                <a:lnTo>
                  <a:pt x="133568" y="2864"/>
                </a:lnTo>
                <a:lnTo>
                  <a:pt x="132750" y="2455"/>
                </a:lnTo>
                <a:lnTo>
                  <a:pt x="131318" y="2455"/>
                </a:lnTo>
                <a:lnTo>
                  <a:pt x="131932" y="2250"/>
                </a:lnTo>
                <a:close/>
                <a:moveTo>
                  <a:pt x="66682" y="4398"/>
                </a:moveTo>
                <a:lnTo>
                  <a:pt x="66784" y="4500"/>
                </a:lnTo>
                <a:lnTo>
                  <a:pt x="66477" y="4500"/>
                </a:lnTo>
                <a:lnTo>
                  <a:pt x="67091" y="4705"/>
                </a:lnTo>
                <a:lnTo>
                  <a:pt x="66784" y="4705"/>
                </a:lnTo>
                <a:lnTo>
                  <a:pt x="68232" y="4795"/>
                </a:lnTo>
                <a:lnTo>
                  <a:pt x="68232" y="4795"/>
                </a:lnTo>
                <a:lnTo>
                  <a:pt x="68625" y="4500"/>
                </a:lnTo>
                <a:lnTo>
                  <a:pt x="66682" y="4398"/>
                </a:lnTo>
                <a:close/>
                <a:moveTo>
                  <a:pt x="68232" y="4795"/>
                </a:moveTo>
                <a:lnTo>
                  <a:pt x="68216" y="4807"/>
                </a:lnTo>
                <a:lnTo>
                  <a:pt x="68324" y="4801"/>
                </a:lnTo>
                <a:lnTo>
                  <a:pt x="68324" y="4801"/>
                </a:lnTo>
                <a:lnTo>
                  <a:pt x="68232" y="4795"/>
                </a:lnTo>
                <a:close/>
                <a:moveTo>
                  <a:pt x="71489" y="4500"/>
                </a:moveTo>
                <a:lnTo>
                  <a:pt x="70568" y="4705"/>
                </a:lnTo>
                <a:lnTo>
                  <a:pt x="71080" y="4807"/>
                </a:lnTo>
                <a:lnTo>
                  <a:pt x="71489" y="4500"/>
                </a:lnTo>
                <a:close/>
                <a:moveTo>
                  <a:pt x="81102" y="205"/>
                </a:moveTo>
                <a:lnTo>
                  <a:pt x="81614" y="409"/>
                </a:lnTo>
                <a:lnTo>
                  <a:pt x="80386" y="307"/>
                </a:lnTo>
                <a:lnTo>
                  <a:pt x="80489" y="409"/>
                </a:lnTo>
                <a:lnTo>
                  <a:pt x="79773" y="409"/>
                </a:lnTo>
                <a:lnTo>
                  <a:pt x="79977" y="511"/>
                </a:lnTo>
                <a:lnTo>
                  <a:pt x="79466" y="511"/>
                </a:lnTo>
                <a:lnTo>
                  <a:pt x="80693" y="920"/>
                </a:lnTo>
                <a:lnTo>
                  <a:pt x="80693" y="920"/>
                </a:lnTo>
                <a:lnTo>
                  <a:pt x="79159" y="716"/>
                </a:lnTo>
                <a:lnTo>
                  <a:pt x="77011" y="716"/>
                </a:lnTo>
                <a:lnTo>
                  <a:pt x="77727" y="818"/>
                </a:lnTo>
                <a:lnTo>
                  <a:pt x="73841" y="1023"/>
                </a:lnTo>
                <a:lnTo>
                  <a:pt x="73943" y="1125"/>
                </a:lnTo>
                <a:lnTo>
                  <a:pt x="74864" y="1023"/>
                </a:lnTo>
                <a:lnTo>
                  <a:pt x="74864" y="1023"/>
                </a:lnTo>
                <a:lnTo>
                  <a:pt x="74250" y="1125"/>
                </a:lnTo>
                <a:lnTo>
                  <a:pt x="75989" y="1125"/>
                </a:lnTo>
                <a:lnTo>
                  <a:pt x="74659" y="1227"/>
                </a:lnTo>
                <a:lnTo>
                  <a:pt x="74830" y="1313"/>
                </a:lnTo>
                <a:lnTo>
                  <a:pt x="74830" y="1313"/>
                </a:lnTo>
                <a:lnTo>
                  <a:pt x="77216" y="1227"/>
                </a:lnTo>
                <a:lnTo>
                  <a:pt x="74557" y="1534"/>
                </a:lnTo>
                <a:lnTo>
                  <a:pt x="74557" y="1534"/>
                </a:lnTo>
                <a:lnTo>
                  <a:pt x="78034" y="1330"/>
                </a:lnTo>
                <a:lnTo>
                  <a:pt x="75784" y="1739"/>
                </a:lnTo>
                <a:lnTo>
                  <a:pt x="75784" y="1739"/>
                </a:lnTo>
                <a:lnTo>
                  <a:pt x="78341" y="1636"/>
                </a:lnTo>
                <a:lnTo>
                  <a:pt x="78341" y="1636"/>
                </a:lnTo>
                <a:lnTo>
                  <a:pt x="77830" y="1739"/>
                </a:lnTo>
                <a:lnTo>
                  <a:pt x="81818" y="1125"/>
                </a:lnTo>
                <a:lnTo>
                  <a:pt x="81818" y="1125"/>
                </a:lnTo>
                <a:lnTo>
                  <a:pt x="80386" y="1534"/>
                </a:lnTo>
                <a:lnTo>
                  <a:pt x="81409" y="1534"/>
                </a:lnTo>
                <a:lnTo>
                  <a:pt x="77523" y="1943"/>
                </a:lnTo>
                <a:lnTo>
                  <a:pt x="78648" y="2352"/>
                </a:lnTo>
                <a:lnTo>
                  <a:pt x="78648" y="2352"/>
                </a:lnTo>
                <a:lnTo>
                  <a:pt x="75375" y="2045"/>
                </a:lnTo>
                <a:lnTo>
                  <a:pt x="75375" y="2352"/>
                </a:lnTo>
                <a:lnTo>
                  <a:pt x="76193" y="2761"/>
                </a:lnTo>
                <a:lnTo>
                  <a:pt x="75682" y="2761"/>
                </a:lnTo>
                <a:lnTo>
                  <a:pt x="77216" y="2864"/>
                </a:lnTo>
                <a:lnTo>
                  <a:pt x="75022" y="3201"/>
                </a:lnTo>
                <a:lnTo>
                  <a:pt x="75022" y="3201"/>
                </a:lnTo>
                <a:lnTo>
                  <a:pt x="74761" y="3375"/>
                </a:lnTo>
                <a:lnTo>
                  <a:pt x="75170" y="3477"/>
                </a:lnTo>
                <a:lnTo>
                  <a:pt x="74148" y="3682"/>
                </a:lnTo>
                <a:lnTo>
                  <a:pt x="74045" y="3886"/>
                </a:lnTo>
                <a:lnTo>
                  <a:pt x="75989" y="3580"/>
                </a:lnTo>
                <a:lnTo>
                  <a:pt x="73739" y="3989"/>
                </a:lnTo>
                <a:lnTo>
                  <a:pt x="73432" y="3682"/>
                </a:lnTo>
                <a:lnTo>
                  <a:pt x="72716" y="3682"/>
                </a:lnTo>
                <a:lnTo>
                  <a:pt x="72818" y="4193"/>
                </a:lnTo>
                <a:lnTo>
                  <a:pt x="71489" y="4500"/>
                </a:lnTo>
                <a:lnTo>
                  <a:pt x="71489" y="4500"/>
                </a:lnTo>
                <a:lnTo>
                  <a:pt x="71489" y="4500"/>
                </a:lnTo>
                <a:lnTo>
                  <a:pt x="71284" y="4807"/>
                </a:lnTo>
                <a:lnTo>
                  <a:pt x="71898" y="4705"/>
                </a:lnTo>
                <a:lnTo>
                  <a:pt x="71898" y="4807"/>
                </a:lnTo>
                <a:lnTo>
                  <a:pt x="75784" y="4807"/>
                </a:lnTo>
                <a:lnTo>
                  <a:pt x="75477" y="5011"/>
                </a:lnTo>
                <a:lnTo>
                  <a:pt x="75477" y="5011"/>
                </a:lnTo>
                <a:lnTo>
                  <a:pt x="77318" y="4705"/>
                </a:lnTo>
                <a:lnTo>
                  <a:pt x="77727" y="4398"/>
                </a:lnTo>
                <a:lnTo>
                  <a:pt x="77114" y="4398"/>
                </a:lnTo>
                <a:lnTo>
                  <a:pt x="77216" y="4193"/>
                </a:lnTo>
                <a:lnTo>
                  <a:pt x="75682" y="4091"/>
                </a:lnTo>
                <a:lnTo>
                  <a:pt x="76193" y="4091"/>
                </a:lnTo>
                <a:lnTo>
                  <a:pt x="76091" y="3989"/>
                </a:lnTo>
                <a:lnTo>
                  <a:pt x="78341" y="3886"/>
                </a:lnTo>
                <a:lnTo>
                  <a:pt x="78545" y="3580"/>
                </a:lnTo>
                <a:lnTo>
                  <a:pt x="80489" y="3375"/>
                </a:lnTo>
                <a:lnTo>
                  <a:pt x="79977" y="3170"/>
                </a:lnTo>
                <a:lnTo>
                  <a:pt x="81205" y="3068"/>
                </a:lnTo>
                <a:lnTo>
                  <a:pt x="79159" y="2761"/>
                </a:lnTo>
                <a:lnTo>
                  <a:pt x="81614" y="2659"/>
                </a:lnTo>
                <a:lnTo>
                  <a:pt x="80386" y="2455"/>
                </a:lnTo>
                <a:lnTo>
                  <a:pt x="82534" y="2352"/>
                </a:lnTo>
                <a:lnTo>
                  <a:pt x="81920" y="2250"/>
                </a:lnTo>
                <a:lnTo>
                  <a:pt x="83966" y="2250"/>
                </a:lnTo>
                <a:lnTo>
                  <a:pt x="83864" y="2148"/>
                </a:lnTo>
                <a:lnTo>
                  <a:pt x="84375" y="2045"/>
                </a:lnTo>
                <a:lnTo>
                  <a:pt x="83557" y="2045"/>
                </a:lnTo>
                <a:lnTo>
                  <a:pt x="84682" y="1943"/>
                </a:lnTo>
                <a:lnTo>
                  <a:pt x="84580" y="1739"/>
                </a:lnTo>
                <a:lnTo>
                  <a:pt x="88466" y="1125"/>
                </a:lnTo>
                <a:lnTo>
                  <a:pt x="86216" y="1330"/>
                </a:lnTo>
                <a:lnTo>
                  <a:pt x="90920" y="614"/>
                </a:lnTo>
                <a:lnTo>
                  <a:pt x="89898" y="511"/>
                </a:lnTo>
                <a:lnTo>
                  <a:pt x="90000" y="409"/>
                </a:lnTo>
                <a:lnTo>
                  <a:pt x="89795" y="409"/>
                </a:lnTo>
                <a:lnTo>
                  <a:pt x="89898" y="307"/>
                </a:lnTo>
                <a:lnTo>
                  <a:pt x="89898" y="307"/>
                </a:lnTo>
                <a:lnTo>
                  <a:pt x="87136" y="409"/>
                </a:lnTo>
                <a:lnTo>
                  <a:pt x="88466" y="205"/>
                </a:lnTo>
                <a:lnTo>
                  <a:pt x="84682" y="205"/>
                </a:lnTo>
                <a:lnTo>
                  <a:pt x="84989" y="409"/>
                </a:lnTo>
                <a:lnTo>
                  <a:pt x="82739" y="205"/>
                </a:lnTo>
                <a:lnTo>
                  <a:pt x="83352" y="409"/>
                </a:lnTo>
                <a:lnTo>
                  <a:pt x="83352" y="409"/>
                </a:lnTo>
                <a:lnTo>
                  <a:pt x="81102" y="205"/>
                </a:lnTo>
                <a:close/>
                <a:moveTo>
                  <a:pt x="62898" y="4909"/>
                </a:moveTo>
                <a:lnTo>
                  <a:pt x="63205" y="5011"/>
                </a:lnTo>
                <a:lnTo>
                  <a:pt x="63205" y="4909"/>
                </a:lnTo>
                <a:close/>
                <a:moveTo>
                  <a:pt x="55227" y="3989"/>
                </a:moveTo>
                <a:lnTo>
                  <a:pt x="55330" y="4091"/>
                </a:lnTo>
                <a:lnTo>
                  <a:pt x="50318" y="5011"/>
                </a:lnTo>
                <a:lnTo>
                  <a:pt x="50523" y="5011"/>
                </a:lnTo>
                <a:lnTo>
                  <a:pt x="50318" y="5216"/>
                </a:lnTo>
                <a:lnTo>
                  <a:pt x="50318" y="5216"/>
                </a:lnTo>
                <a:lnTo>
                  <a:pt x="51545" y="5011"/>
                </a:lnTo>
                <a:lnTo>
                  <a:pt x="51443" y="5318"/>
                </a:lnTo>
                <a:lnTo>
                  <a:pt x="54102" y="4500"/>
                </a:lnTo>
                <a:lnTo>
                  <a:pt x="53591" y="4909"/>
                </a:lnTo>
                <a:lnTo>
                  <a:pt x="53591" y="4909"/>
                </a:lnTo>
                <a:lnTo>
                  <a:pt x="56045" y="4091"/>
                </a:lnTo>
                <a:lnTo>
                  <a:pt x="55227" y="3989"/>
                </a:lnTo>
                <a:close/>
                <a:moveTo>
                  <a:pt x="65761" y="4705"/>
                </a:moveTo>
                <a:lnTo>
                  <a:pt x="63818" y="4807"/>
                </a:lnTo>
                <a:lnTo>
                  <a:pt x="64227" y="4909"/>
                </a:lnTo>
                <a:lnTo>
                  <a:pt x="63920" y="4909"/>
                </a:lnTo>
                <a:lnTo>
                  <a:pt x="64330" y="5011"/>
                </a:lnTo>
                <a:lnTo>
                  <a:pt x="64023" y="5216"/>
                </a:lnTo>
                <a:lnTo>
                  <a:pt x="63205" y="5011"/>
                </a:lnTo>
                <a:lnTo>
                  <a:pt x="62898" y="5114"/>
                </a:lnTo>
                <a:lnTo>
                  <a:pt x="63000" y="5114"/>
                </a:lnTo>
                <a:lnTo>
                  <a:pt x="63102" y="5318"/>
                </a:lnTo>
                <a:lnTo>
                  <a:pt x="63102" y="5318"/>
                </a:lnTo>
                <a:lnTo>
                  <a:pt x="62489" y="5216"/>
                </a:lnTo>
                <a:lnTo>
                  <a:pt x="61875" y="5420"/>
                </a:lnTo>
                <a:lnTo>
                  <a:pt x="64125" y="5420"/>
                </a:lnTo>
                <a:lnTo>
                  <a:pt x="62898" y="5625"/>
                </a:lnTo>
                <a:lnTo>
                  <a:pt x="63102" y="5727"/>
                </a:lnTo>
                <a:lnTo>
                  <a:pt x="63000" y="5932"/>
                </a:lnTo>
                <a:lnTo>
                  <a:pt x="63000" y="5932"/>
                </a:lnTo>
                <a:lnTo>
                  <a:pt x="65148" y="5420"/>
                </a:lnTo>
                <a:lnTo>
                  <a:pt x="64943" y="5318"/>
                </a:lnTo>
                <a:lnTo>
                  <a:pt x="65761" y="4705"/>
                </a:lnTo>
                <a:close/>
                <a:moveTo>
                  <a:pt x="209148" y="5011"/>
                </a:moveTo>
                <a:lnTo>
                  <a:pt x="209455" y="5420"/>
                </a:lnTo>
                <a:lnTo>
                  <a:pt x="207102" y="5216"/>
                </a:lnTo>
                <a:lnTo>
                  <a:pt x="207409" y="5318"/>
                </a:lnTo>
                <a:lnTo>
                  <a:pt x="207205" y="5318"/>
                </a:lnTo>
                <a:lnTo>
                  <a:pt x="207716" y="5625"/>
                </a:lnTo>
                <a:lnTo>
                  <a:pt x="207511" y="5625"/>
                </a:lnTo>
                <a:lnTo>
                  <a:pt x="211705" y="5932"/>
                </a:lnTo>
                <a:lnTo>
                  <a:pt x="210170" y="5420"/>
                </a:lnTo>
                <a:lnTo>
                  <a:pt x="210170" y="5420"/>
                </a:lnTo>
                <a:lnTo>
                  <a:pt x="212420" y="5727"/>
                </a:lnTo>
                <a:lnTo>
                  <a:pt x="212318" y="5523"/>
                </a:lnTo>
                <a:lnTo>
                  <a:pt x="209148" y="5011"/>
                </a:lnTo>
                <a:close/>
                <a:moveTo>
                  <a:pt x="65148" y="5932"/>
                </a:moveTo>
                <a:lnTo>
                  <a:pt x="65966" y="6239"/>
                </a:lnTo>
                <a:lnTo>
                  <a:pt x="66989" y="5932"/>
                </a:lnTo>
                <a:close/>
                <a:moveTo>
                  <a:pt x="59523" y="4500"/>
                </a:moveTo>
                <a:lnTo>
                  <a:pt x="58193" y="4807"/>
                </a:lnTo>
                <a:lnTo>
                  <a:pt x="58295" y="5011"/>
                </a:lnTo>
                <a:lnTo>
                  <a:pt x="57886" y="5216"/>
                </a:lnTo>
                <a:lnTo>
                  <a:pt x="58193" y="5420"/>
                </a:lnTo>
                <a:lnTo>
                  <a:pt x="56455" y="5216"/>
                </a:lnTo>
                <a:lnTo>
                  <a:pt x="56659" y="5216"/>
                </a:lnTo>
                <a:lnTo>
                  <a:pt x="55739" y="4909"/>
                </a:lnTo>
                <a:lnTo>
                  <a:pt x="55841" y="4807"/>
                </a:lnTo>
                <a:lnTo>
                  <a:pt x="54716" y="4909"/>
                </a:lnTo>
                <a:lnTo>
                  <a:pt x="55227" y="5011"/>
                </a:lnTo>
                <a:lnTo>
                  <a:pt x="53795" y="5216"/>
                </a:lnTo>
                <a:lnTo>
                  <a:pt x="54818" y="5216"/>
                </a:lnTo>
                <a:lnTo>
                  <a:pt x="53182" y="5420"/>
                </a:lnTo>
                <a:lnTo>
                  <a:pt x="54511" y="5318"/>
                </a:lnTo>
                <a:lnTo>
                  <a:pt x="52466" y="5727"/>
                </a:lnTo>
                <a:lnTo>
                  <a:pt x="53386" y="5932"/>
                </a:lnTo>
                <a:lnTo>
                  <a:pt x="53693" y="5830"/>
                </a:lnTo>
                <a:lnTo>
                  <a:pt x="53898" y="5932"/>
                </a:lnTo>
                <a:lnTo>
                  <a:pt x="54307" y="5830"/>
                </a:lnTo>
                <a:lnTo>
                  <a:pt x="54409" y="5727"/>
                </a:lnTo>
                <a:lnTo>
                  <a:pt x="55227" y="5625"/>
                </a:lnTo>
                <a:lnTo>
                  <a:pt x="54614" y="5830"/>
                </a:lnTo>
                <a:lnTo>
                  <a:pt x="56455" y="5727"/>
                </a:lnTo>
                <a:lnTo>
                  <a:pt x="56455" y="5727"/>
                </a:lnTo>
                <a:lnTo>
                  <a:pt x="54102" y="6136"/>
                </a:lnTo>
                <a:lnTo>
                  <a:pt x="54102" y="6341"/>
                </a:lnTo>
                <a:lnTo>
                  <a:pt x="57784" y="5932"/>
                </a:lnTo>
                <a:lnTo>
                  <a:pt x="57682" y="5932"/>
                </a:lnTo>
                <a:lnTo>
                  <a:pt x="59625" y="5727"/>
                </a:lnTo>
                <a:lnTo>
                  <a:pt x="60443" y="5114"/>
                </a:lnTo>
                <a:lnTo>
                  <a:pt x="58909" y="5318"/>
                </a:lnTo>
                <a:lnTo>
                  <a:pt x="59216" y="5114"/>
                </a:lnTo>
                <a:lnTo>
                  <a:pt x="58909" y="5114"/>
                </a:lnTo>
                <a:lnTo>
                  <a:pt x="59523" y="4500"/>
                </a:lnTo>
                <a:close/>
                <a:moveTo>
                  <a:pt x="70057" y="4705"/>
                </a:moveTo>
                <a:lnTo>
                  <a:pt x="68324" y="4801"/>
                </a:lnTo>
                <a:lnTo>
                  <a:pt x="68324" y="4801"/>
                </a:lnTo>
                <a:lnTo>
                  <a:pt x="68420" y="4807"/>
                </a:lnTo>
                <a:lnTo>
                  <a:pt x="68420" y="5318"/>
                </a:lnTo>
                <a:lnTo>
                  <a:pt x="67909" y="5625"/>
                </a:lnTo>
                <a:lnTo>
                  <a:pt x="67807" y="5830"/>
                </a:lnTo>
                <a:lnTo>
                  <a:pt x="68420" y="6034"/>
                </a:lnTo>
                <a:lnTo>
                  <a:pt x="68318" y="6136"/>
                </a:lnTo>
                <a:lnTo>
                  <a:pt x="69955" y="6136"/>
                </a:lnTo>
                <a:lnTo>
                  <a:pt x="69648" y="6341"/>
                </a:lnTo>
                <a:lnTo>
                  <a:pt x="75580" y="6034"/>
                </a:lnTo>
                <a:lnTo>
                  <a:pt x="75068" y="5932"/>
                </a:lnTo>
                <a:lnTo>
                  <a:pt x="75580" y="5523"/>
                </a:lnTo>
                <a:lnTo>
                  <a:pt x="74966" y="5420"/>
                </a:lnTo>
                <a:lnTo>
                  <a:pt x="75068" y="5318"/>
                </a:lnTo>
                <a:lnTo>
                  <a:pt x="71898" y="5523"/>
                </a:lnTo>
                <a:lnTo>
                  <a:pt x="72000" y="5625"/>
                </a:lnTo>
                <a:lnTo>
                  <a:pt x="70261" y="5420"/>
                </a:lnTo>
                <a:lnTo>
                  <a:pt x="70159" y="5523"/>
                </a:lnTo>
                <a:lnTo>
                  <a:pt x="69750" y="5523"/>
                </a:lnTo>
                <a:lnTo>
                  <a:pt x="70261" y="5318"/>
                </a:lnTo>
                <a:lnTo>
                  <a:pt x="69239" y="4909"/>
                </a:lnTo>
                <a:lnTo>
                  <a:pt x="70568" y="4909"/>
                </a:lnTo>
                <a:lnTo>
                  <a:pt x="69443" y="4807"/>
                </a:lnTo>
                <a:lnTo>
                  <a:pt x="70057" y="4705"/>
                </a:lnTo>
                <a:close/>
                <a:moveTo>
                  <a:pt x="165273" y="4705"/>
                </a:moveTo>
                <a:lnTo>
                  <a:pt x="160773" y="4909"/>
                </a:lnTo>
                <a:lnTo>
                  <a:pt x="160875" y="5011"/>
                </a:lnTo>
                <a:lnTo>
                  <a:pt x="160364" y="5114"/>
                </a:lnTo>
                <a:lnTo>
                  <a:pt x="159341" y="5420"/>
                </a:lnTo>
                <a:lnTo>
                  <a:pt x="158727" y="5625"/>
                </a:lnTo>
                <a:lnTo>
                  <a:pt x="158830" y="5727"/>
                </a:lnTo>
                <a:lnTo>
                  <a:pt x="158216" y="5830"/>
                </a:lnTo>
                <a:lnTo>
                  <a:pt x="158727" y="5932"/>
                </a:lnTo>
                <a:lnTo>
                  <a:pt x="158318" y="6239"/>
                </a:lnTo>
                <a:lnTo>
                  <a:pt x="158727" y="6341"/>
                </a:lnTo>
                <a:lnTo>
                  <a:pt x="158318" y="6443"/>
                </a:lnTo>
                <a:lnTo>
                  <a:pt x="158114" y="6648"/>
                </a:lnTo>
                <a:lnTo>
                  <a:pt x="157602" y="6955"/>
                </a:lnTo>
                <a:lnTo>
                  <a:pt x="158114" y="7261"/>
                </a:lnTo>
                <a:lnTo>
                  <a:pt x="160057" y="7057"/>
                </a:lnTo>
                <a:lnTo>
                  <a:pt x="159750" y="6852"/>
                </a:lnTo>
                <a:lnTo>
                  <a:pt x="160159" y="6341"/>
                </a:lnTo>
                <a:lnTo>
                  <a:pt x="160875" y="6239"/>
                </a:lnTo>
                <a:lnTo>
                  <a:pt x="160875" y="6136"/>
                </a:lnTo>
                <a:lnTo>
                  <a:pt x="161182" y="6034"/>
                </a:lnTo>
                <a:lnTo>
                  <a:pt x="160977" y="5932"/>
                </a:lnTo>
                <a:lnTo>
                  <a:pt x="165273" y="4705"/>
                </a:lnTo>
                <a:close/>
                <a:moveTo>
                  <a:pt x="212114" y="6852"/>
                </a:moveTo>
                <a:lnTo>
                  <a:pt x="211500" y="7261"/>
                </a:lnTo>
                <a:lnTo>
                  <a:pt x="214057" y="7364"/>
                </a:lnTo>
                <a:lnTo>
                  <a:pt x="212114" y="6852"/>
                </a:lnTo>
                <a:close/>
                <a:moveTo>
                  <a:pt x="177955" y="7159"/>
                </a:moveTo>
                <a:lnTo>
                  <a:pt x="178568" y="7466"/>
                </a:lnTo>
                <a:lnTo>
                  <a:pt x="177852" y="7261"/>
                </a:lnTo>
                <a:lnTo>
                  <a:pt x="177955" y="7159"/>
                </a:lnTo>
                <a:close/>
                <a:moveTo>
                  <a:pt x="58602" y="6955"/>
                </a:moveTo>
                <a:lnTo>
                  <a:pt x="57375" y="7159"/>
                </a:lnTo>
                <a:lnTo>
                  <a:pt x="57784" y="7568"/>
                </a:lnTo>
                <a:lnTo>
                  <a:pt x="58602" y="7261"/>
                </a:lnTo>
                <a:lnTo>
                  <a:pt x="58602" y="6955"/>
                </a:lnTo>
                <a:close/>
                <a:moveTo>
                  <a:pt x="108307" y="7568"/>
                </a:moveTo>
                <a:lnTo>
                  <a:pt x="108211" y="7587"/>
                </a:lnTo>
                <a:lnTo>
                  <a:pt x="108211" y="7587"/>
                </a:lnTo>
                <a:lnTo>
                  <a:pt x="108381" y="7603"/>
                </a:lnTo>
                <a:lnTo>
                  <a:pt x="108381" y="7603"/>
                </a:lnTo>
                <a:lnTo>
                  <a:pt x="108307" y="7568"/>
                </a:lnTo>
                <a:close/>
                <a:moveTo>
                  <a:pt x="73636" y="7159"/>
                </a:moveTo>
                <a:lnTo>
                  <a:pt x="74659" y="7670"/>
                </a:lnTo>
                <a:lnTo>
                  <a:pt x="76193" y="7670"/>
                </a:lnTo>
                <a:lnTo>
                  <a:pt x="76193" y="7466"/>
                </a:lnTo>
                <a:lnTo>
                  <a:pt x="75989" y="7261"/>
                </a:lnTo>
                <a:lnTo>
                  <a:pt x="73636" y="7159"/>
                </a:lnTo>
                <a:close/>
                <a:moveTo>
                  <a:pt x="108381" y="7603"/>
                </a:moveTo>
                <a:lnTo>
                  <a:pt x="109841" y="8284"/>
                </a:lnTo>
                <a:lnTo>
                  <a:pt x="110250" y="7773"/>
                </a:lnTo>
                <a:lnTo>
                  <a:pt x="108381" y="7603"/>
                </a:lnTo>
                <a:close/>
                <a:moveTo>
                  <a:pt x="68011" y="6852"/>
                </a:moveTo>
                <a:lnTo>
                  <a:pt x="64227" y="7364"/>
                </a:lnTo>
                <a:lnTo>
                  <a:pt x="63511" y="8386"/>
                </a:lnTo>
                <a:lnTo>
                  <a:pt x="63511" y="8386"/>
                </a:lnTo>
                <a:lnTo>
                  <a:pt x="64534" y="8182"/>
                </a:lnTo>
                <a:lnTo>
                  <a:pt x="64739" y="7773"/>
                </a:lnTo>
                <a:lnTo>
                  <a:pt x="65352" y="7773"/>
                </a:lnTo>
                <a:lnTo>
                  <a:pt x="68011" y="6852"/>
                </a:lnTo>
                <a:close/>
                <a:moveTo>
                  <a:pt x="216716" y="8182"/>
                </a:moveTo>
                <a:lnTo>
                  <a:pt x="217227" y="8489"/>
                </a:lnTo>
                <a:lnTo>
                  <a:pt x="217330" y="8182"/>
                </a:lnTo>
                <a:close/>
                <a:moveTo>
                  <a:pt x="62080" y="6852"/>
                </a:moveTo>
                <a:lnTo>
                  <a:pt x="60852" y="7159"/>
                </a:lnTo>
                <a:lnTo>
                  <a:pt x="61568" y="7364"/>
                </a:lnTo>
                <a:lnTo>
                  <a:pt x="61057" y="7466"/>
                </a:lnTo>
                <a:lnTo>
                  <a:pt x="61057" y="7568"/>
                </a:lnTo>
                <a:lnTo>
                  <a:pt x="60341" y="7773"/>
                </a:lnTo>
                <a:lnTo>
                  <a:pt x="60034" y="7466"/>
                </a:lnTo>
                <a:lnTo>
                  <a:pt x="59420" y="7773"/>
                </a:lnTo>
                <a:lnTo>
                  <a:pt x="59727" y="8182"/>
                </a:lnTo>
                <a:lnTo>
                  <a:pt x="60136" y="8284"/>
                </a:lnTo>
                <a:lnTo>
                  <a:pt x="60443" y="8898"/>
                </a:lnTo>
                <a:lnTo>
                  <a:pt x="61159" y="8898"/>
                </a:lnTo>
                <a:lnTo>
                  <a:pt x="61364" y="8489"/>
                </a:lnTo>
                <a:lnTo>
                  <a:pt x="62182" y="8591"/>
                </a:lnTo>
                <a:lnTo>
                  <a:pt x="63205" y="7773"/>
                </a:lnTo>
                <a:lnTo>
                  <a:pt x="62795" y="7875"/>
                </a:lnTo>
                <a:lnTo>
                  <a:pt x="62795" y="7670"/>
                </a:lnTo>
                <a:lnTo>
                  <a:pt x="62898" y="7670"/>
                </a:lnTo>
                <a:lnTo>
                  <a:pt x="62182" y="7568"/>
                </a:lnTo>
                <a:lnTo>
                  <a:pt x="63409" y="7261"/>
                </a:lnTo>
                <a:lnTo>
                  <a:pt x="63205" y="7159"/>
                </a:lnTo>
                <a:lnTo>
                  <a:pt x="63511" y="6852"/>
                </a:lnTo>
                <a:close/>
                <a:moveTo>
                  <a:pt x="47250" y="6443"/>
                </a:moveTo>
                <a:lnTo>
                  <a:pt x="47148" y="6852"/>
                </a:lnTo>
                <a:lnTo>
                  <a:pt x="43977" y="8386"/>
                </a:lnTo>
                <a:lnTo>
                  <a:pt x="44284" y="8386"/>
                </a:lnTo>
                <a:lnTo>
                  <a:pt x="44898" y="8693"/>
                </a:lnTo>
                <a:lnTo>
                  <a:pt x="44795" y="9102"/>
                </a:lnTo>
                <a:lnTo>
                  <a:pt x="44795" y="9102"/>
                </a:lnTo>
                <a:lnTo>
                  <a:pt x="51955" y="7159"/>
                </a:lnTo>
                <a:lnTo>
                  <a:pt x="51545" y="6545"/>
                </a:lnTo>
                <a:lnTo>
                  <a:pt x="50318" y="6750"/>
                </a:lnTo>
                <a:lnTo>
                  <a:pt x="50420" y="6545"/>
                </a:lnTo>
                <a:lnTo>
                  <a:pt x="50011" y="6648"/>
                </a:lnTo>
                <a:lnTo>
                  <a:pt x="50216" y="6545"/>
                </a:lnTo>
                <a:lnTo>
                  <a:pt x="47250" y="6443"/>
                </a:lnTo>
                <a:close/>
                <a:moveTo>
                  <a:pt x="158625" y="7261"/>
                </a:moveTo>
                <a:lnTo>
                  <a:pt x="157602" y="7875"/>
                </a:lnTo>
                <a:lnTo>
                  <a:pt x="157500" y="8182"/>
                </a:lnTo>
                <a:lnTo>
                  <a:pt x="156989" y="8284"/>
                </a:lnTo>
                <a:lnTo>
                  <a:pt x="159034" y="9102"/>
                </a:lnTo>
                <a:lnTo>
                  <a:pt x="158830" y="9102"/>
                </a:lnTo>
                <a:lnTo>
                  <a:pt x="158830" y="9205"/>
                </a:lnTo>
                <a:lnTo>
                  <a:pt x="158727" y="9205"/>
                </a:lnTo>
                <a:lnTo>
                  <a:pt x="158727" y="9307"/>
                </a:lnTo>
                <a:lnTo>
                  <a:pt x="158625" y="9307"/>
                </a:lnTo>
                <a:lnTo>
                  <a:pt x="160773" y="9614"/>
                </a:lnTo>
                <a:lnTo>
                  <a:pt x="160773" y="9614"/>
                </a:lnTo>
                <a:lnTo>
                  <a:pt x="160568" y="9511"/>
                </a:lnTo>
                <a:lnTo>
                  <a:pt x="161489" y="9511"/>
                </a:lnTo>
                <a:lnTo>
                  <a:pt x="159239" y="8080"/>
                </a:lnTo>
                <a:lnTo>
                  <a:pt x="159341" y="7773"/>
                </a:lnTo>
                <a:lnTo>
                  <a:pt x="159545" y="7670"/>
                </a:lnTo>
                <a:lnTo>
                  <a:pt x="159545" y="7466"/>
                </a:lnTo>
                <a:lnTo>
                  <a:pt x="158625" y="7261"/>
                </a:lnTo>
                <a:close/>
                <a:moveTo>
                  <a:pt x="18920" y="9818"/>
                </a:moveTo>
                <a:lnTo>
                  <a:pt x="18511" y="9920"/>
                </a:lnTo>
                <a:lnTo>
                  <a:pt x="18511" y="9920"/>
                </a:lnTo>
                <a:lnTo>
                  <a:pt x="18637" y="9901"/>
                </a:lnTo>
                <a:lnTo>
                  <a:pt x="18637" y="9901"/>
                </a:lnTo>
                <a:lnTo>
                  <a:pt x="18920" y="9818"/>
                </a:lnTo>
                <a:close/>
                <a:moveTo>
                  <a:pt x="137352" y="10125"/>
                </a:moveTo>
                <a:lnTo>
                  <a:pt x="137352" y="10125"/>
                </a:lnTo>
                <a:lnTo>
                  <a:pt x="137352" y="10125"/>
                </a:lnTo>
                <a:close/>
                <a:moveTo>
                  <a:pt x="88977" y="9818"/>
                </a:moveTo>
                <a:lnTo>
                  <a:pt x="88670" y="10125"/>
                </a:lnTo>
                <a:lnTo>
                  <a:pt x="88466" y="10125"/>
                </a:lnTo>
                <a:lnTo>
                  <a:pt x="88364" y="10432"/>
                </a:lnTo>
                <a:lnTo>
                  <a:pt x="88875" y="10534"/>
                </a:lnTo>
                <a:lnTo>
                  <a:pt x="88568" y="10636"/>
                </a:lnTo>
                <a:lnTo>
                  <a:pt x="89489" y="10636"/>
                </a:lnTo>
                <a:lnTo>
                  <a:pt x="90000" y="10227"/>
                </a:lnTo>
                <a:lnTo>
                  <a:pt x="88977" y="9818"/>
                </a:lnTo>
                <a:close/>
                <a:moveTo>
                  <a:pt x="52466" y="7261"/>
                </a:moveTo>
                <a:lnTo>
                  <a:pt x="48170" y="8591"/>
                </a:lnTo>
                <a:lnTo>
                  <a:pt x="48784" y="8693"/>
                </a:lnTo>
                <a:lnTo>
                  <a:pt x="48375" y="8898"/>
                </a:lnTo>
                <a:lnTo>
                  <a:pt x="50216" y="8795"/>
                </a:lnTo>
                <a:lnTo>
                  <a:pt x="50216" y="8795"/>
                </a:lnTo>
                <a:lnTo>
                  <a:pt x="49705" y="8898"/>
                </a:lnTo>
                <a:lnTo>
                  <a:pt x="49807" y="8898"/>
                </a:lnTo>
                <a:lnTo>
                  <a:pt x="47761" y="9307"/>
                </a:lnTo>
                <a:lnTo>
                  <a:pt x="51545" y="9818"/>
                </a:lnTo>
                <a:lnTo>
                  <a:pt x="48273" y="9920"/>
                </a:lnTo>
                <a:lnTo>
                  <a:pt x="47557" y="10534"/>
                </a:lnTo>
                <a:lnTo>
                  <a:pt x="49193" y="10739"/>
                </a:lnTo>
                <a:lnTo>
                  <a:pt x="48989" y="11352"/>
                </a:lnTo>
                <a:lnTo>
                  <a:pt x="54102" y="10534"/>
                </a:lnTo>
                <a:lnTo>
                  <a:pt x="54102" y="10739"/>
                </a:lnTo>
                <a:lnTo>
                  <a:pt x="54818" y="10841"/>
                </a:lnTo>
                <a:lnTo>
                  <a:pt x="54614" y="10943"/>
                </a:lnTo>
                <a:lnTo>
                  <a:pt x="56148" y="11045"/>
                </a:lnTo>
                <a:lnTo>
                  <a:pt x="57170" y="10534"/>
                </a:lnTo>
                <a:lnTo>
                  <a:pt x="56250" y="10739"/>
                </a:lnTo>
                <a:lnTo>
                  <a:pt x="56455" y="10534"/>
                </a:lnTo>
                <a:lnTo>
                  <a:pt x="56352" y="10432"/>
                </a:lnTo>
                <a:lnTo>
                  <a:pt x="58295" y="10023"/>
                </a:lnTo>
                <a:lnTo>
                  <a:pt x="57989" y="9920"/>
                </a:lnTo>
                <a:lnTo>
                  <a:pt x="57989" y="9818"/>
                </a:lnTo>
                <a:lnTo>
                  <a:pt x="56864" y="9409"/>
                </a:lnTo>
                <a:lnTo>
                  <a:pt x="57682" y="7670"/>
                </a:lnTo>
                <a:lnTo>
                  <a:pt x="56455" y="7364"/>
                </a:lnTo>
                <a:lnTo>
                  <a:pt x="55739" y="8489"/>
                </a:lnTo>
                <a:lnTo>
                  <a:pt x="55023" y="8693"/>
                </a:lnTo>
                <a:lnTo>
                  <a:pt x="55023" y="8693"/>
                </a:lnTo>
                <a:lnTo>
                  <a:pt x="55227" y="7875"/>
                </a:lnTo>
                <a:lnTo>
                  <a:pt x="54614" y="7773"/>
                </a:lnTo>
                <a:lnTo>
                  <a:pt x="53591" y="8080"/>
                </a:lnTo>
                <a:lnTo>
                  <a:pt x="53693" y="7977"/>
                </a:lnTo>
                <a:lnTo>
                  <a:pt x="53182" y="8080"/>
                </a:lnTo>
                <a:lnTo>
                  <a:pt x="53182" y="8080"/>
                </a:lnTo>
                <a:lnTo>
                  <a:pt x="53898" y="7773"/>
                </a:lnTo>
                <a:lnTo>
                  <a:pt x="51750" y="7875"/>
                </a:lnTo>
                <a:lnTo>
                  <a:pt x="52466" y="7261"/>
                </a:lnTo>
                <a:close/>
                <a:moveTo>
                  <a:pt x="60341" y="10330"/>
                </a:moveTo>
                <a:lnTo>
                  <a:pt x="58602" y="10841"/>
                </a:lnTo>
                <a:lnTo>
                  <a:pt x="59114" y="11148"/>
                </a:lnTo>
                <a:lnTo>
                  <a:pt x="60136" y="11352"/>
                </a:lnTo>
                <a:lnTo>
                  <a:pt x="61159" y="11045"/>
                </a:lnTo>
                <a:lnTo>
                  <a:pt x="60239" y="10432"/>
                </a:lnTo>
                <a:lnTo>
                  <a:pt x="60341" y="10330"/>
                </a:lnTo>
                <a:close/>
                <a:moveTo>
                  <a:pt x="175193" y="11250"/>
                </a:moveTo>
                <a:lnTo>
                  <a:pt x="176114" y="11557"/>
                </a:lnTo>
                <a:lnTo>
                  <a:pt x="176114" y="12068"/>
                </a:lnTo>
                <a:lnTo>
                  <a:pt x="177136" y="12170"/>
                </a:lnTo>
                <a:lnTo>
                  <a:pt x="177136" y="12170"/>
                </a:lnTo>
                <a:lnTo>
                  <a:pt x="176011" y="12068"/>
                </a:lnTo>
                <a:lnTo>
                  <a:pt x="175193" y="11250"/>
                </a:lnTo>
                <a:close/>
                <a:moveTo>
                  <a:pt x="73023" y="11557"/>
                </a:moveTo>
                <a:lnTo>
                  <a:pt x="72307" y="12375"/>
                </a:lnTo>
                <a:lnTo>
                  <a:pt x="73432" y="12375"/>
                </a:lnTo>
                <a:lnTo>
                  <a:pt x="74148" y="11659"/>
                </a:lnTo>
                <a:lnTo>
                  <a:pt x="73023" y="11557"/>
                </a:lnTo>
                <a:close/>
                <a:moveTo>
                  <a:pt x="108409" y="13295"/>
                </a:moveTo>
                <a:lnTo>
                  <a:pt x="108716" y="13398"/>
                </a:lnTo>
                <a:lnTo>
                  <a:pt x="108818" y="13398"/>
                </a:lnTo>
                <a:lnTo>
                  <a:pt x="108409" y="13295"/>
                </a:lnTo>
                <a:close/>
                <a:moveTo>
                  <a:pt x="9205" y="13807"/>
                </a:moveTo>
                <a:lnTo>
                  <a:pt x="9102" y="13909"/>
                </a:lnTo>
                <a:lnTo>
                  <a:pt x="9205" y="13909"/>
                </a:lnTo>
                <a:lnTo>
                  <a:pt x="9205" y="13807"/>
                </a:lnTo>
                <a:close/>
                <a:moveTo>
                  <a:pt x="5420" y="11045"/>
                </a:moveTo>
                <a:lnTo>
                  <a:pt x="0" y="14420"/>
                </a:lnTo>
                <a:lnTo>
                  <a:pt x="511" y="14318"/>
                </a:lnTo>
                <a:lnTo>
                  <a:pt x="1227" y="13909"/>
                </a:lnTo>
                <a:lnTo>
                  <a:pt x="1227" y="13705"/>
                </a:lnTo>
                <a:lnTo>
                  <a:pt x="1739" y="13398"/>
                </a:lnTo>
                <a:lnTo>
                  <a:pt x="1636" y="13500"/>
                </a:lnTo>
                <a:lnTo>
                  <a:pt x="2352" y="13295"/>
                </a:lnTo>
                <a:lnTo>
                  <a:pt x="2148" y="13398"/>
                </a:lnTo>
                <a:lnTo>
                  <a:pt x="2761" y="13193"/>
                </a:lnTo>
                <a:lnTo>
                  <a:pt x="2761" y="13193"/>
                </a:lnTo>
                <a:lnTo>
                  <a:pt x="1636" y="14011"/>
                </a:lnTo>
                <a:lnTo>
                  <a:pt x="3273" y="14114"/>
                </a:lnTo>
                <a:lnTo>
                  <a:pt x="3068" y="14625"/>
                </a:lnTo>
                <a:lnTo>
                  <a:pt x="3375" y="15034"/>
                </a:lnTo>
                <a:lnTo>
                  <a:pt x="3989" y="14932"/>
                </a:lnTo>
                <a:lnTo>
                  <a:pt x="3682" y="15136"/>
                </a:lnTo>
                <a:lnTo>
                  <a:pt x="4295" y="14932"/>
                </a:lnTo>
                <a:lnTo>
                  <a:pt x="4193" y="15034"/>
                </a:lnTo>
                <a:lnTo>
                  <a:pt x="4193" y="15034"/>
                </a:lnTo>
                <a:lnTo>
                  <a:pt x="4602" y="14727"/>
                </a:lnTo>
                <a:lnTo>
                  <a:pt x="4500" y="14625"/>
                </a:lnTo>
                <a:lnTo>
                  <a:pt x="5523" y="14318"/>
                </a:lnTo>
                <a:lnTo>
                  <a:pt x="5318" y="14318"/>
                </a:lnTo>
                <a:lnTo>
                  <a:pt x="5830" y="14114"/>
                </a:lnTo>
                <a:lnTo>
                  <a:pt x="5727" y="14114"/>
                </a:lnTo>
                <a:lnTo>
                  <a:pt x="5727" y="13909"/>
                </a:lnTo>
                <a:lnTo>
                  <a:pt x="6136" y="14011"/>
                </a:lnTo>
                <a:lnTo>
                  <a:pt x="6750" y="14011"/>
                </a:lnTo>
                <a:lnTo>
                  <a:pt x="6852" y="13807"/>
                </a:lnTo>
                <a:lnTo>
                  <a:pt x="7159" y="13909"/>
                </a:lnTo>
                <a:lnTo>
                  <a:pt x="8386" y="13500"/>
                </a:lnTo>
                <a:lnTo>
                  <a:pt x="8080" y="13398"/>
                </a:lnTo>
                <a:lnTo>
                  <a:pt x="7977" y="13398"/>
                </a:lnTo>
                <a:lnTo>
                  <a:pt x="8080" y="13193"/>
                </a:lnTo>
                <a:lnTo>
                  <a:pt x="8080" y="12886"/>
                </a:lnTo>
                <a:lnTo>
                  <a:pt x="7364" y="12682"/>
                </a:lnTo>
                <a:lnTo>
                  <a:pt x="7364" y="12682"/>
                </a:lnTo>
                <a:lnTo>
                  <a:pt x="7568" y="12784"/>
                </a:lnTo>
                <a:lnTo>
                  <a:pt x="6852" y="12886"/>
                </a:lnTo>
                <a:lnTo>
                  <a:pt x="7261" y="12682"/>
                </a:lnTo>
                <a:lnTo>
                  <a:pt x="6341" y="12682"/>
                </a:lnTo>
                <a:lnTo>
                  <a:pt x="6034" y="12989"/>
                </a:lnTo>
                <a:lnTo>
                  <a:pt x="6034" y="13193"/>
                </a:lnTo>
                <a:lnTo>
                  <a:pt x="5625" y="13398"/>
                </a:lnTo>
                <a:lnTo>
                  <a:pt x="5625" y="13398"/>
                </a:lnTo>
                <a:lnTo>
                  <a:pt x="5932" y="13193"/>
                </a:lnTo>
                <a:lnTo>
                  <a:pt x="5523" y="13295"/>
                </a:lnTo>
                <a:lnTo>
                  <a:pt x="5523" y="13091"/>
                </a:lnTo>
                <a:lnTo>
                  <a:pt x="6545" y="12375"/>
                </a:lnTo>
                <a:lnTo>
                  <a:pt x="6136" y="12375"/>
                </a:lnTo>
                <a:lnTo>
                  <a:pt x="6648" y="12068"/>
                </a:lnTo>
                <a:lnTo>
                  <a:pt x="5830" y="11659"/>
                </a:lnTo>
                <a:lnTo>
                  <a:pt x="5932" y="11557"/>
                </a:lnTo>
                <a:lnTo>
                  <a:pt x="5727" y="11352"/>
                </a:lnTo>
                <a:lnTo>
                  <a:pt x="5523" y="11557"/>
                </a:lnTo>
                <a:lnTo>
                  <a:pt x="5523" y="11352"/>
                </a:lnTo>
                <a:lnTo>
                  <a:pt x="5625" y="11250"/>
                </a:lnTo>
                <a:lnTo>
                  <a:pt x="5420" y="11045"/>
                </a:lnTo>
                <a:close/>
                <a:moveTo>
                  <a:pt x="113011" y="13193"/>
                </a:moveTo>
                <a:lnTo>
                  <a:pt x="112807" y="13398"/>
                </a:lnTo>
                <a:lnTo>
                  <a:pt x="112500" y="13398"/>
                </a:lnTo>
                <a:lnTo>
                  <a:pt x="112193" y="13602"/>
                </a:lnTo>
                <a:lnTo>
                  <a:pt x="111682" y="13500"/>
                </a:lnTo>
                <a:lnTo>
                  <a:pt x="111682" y="13500"/>
                </a:lnTo>
                <a:lnTo>
                  <a:pt x="111784" y="13807"/>
                </a:lnTo>
                <a:lnTo>
                  <a:pt x="111170" y="13500"/>
                </a:lnTo>
                <a:lnTo>
                  <a:pt x="110864" y="13500"/>
                </a:lnTo>
                <a:lnTo>
                  <a:pt x="110864" y="13807"/>
                </a:lnTo>
                <a:lnTo>
                  <a:pt x="110250" y="13602"/>
                </a:lnTo>
                <a:lnTo>
                  <a:pt x="110148" y="14011"/>
                </a:lnTo>
                <a:lnTo>
                  <a:pt x="109739" y="14011"/>
                </a:lnTo>
                <a:lnTo>
                  <a:pt x="109636" y="14216"/>
                </a:lnTo>
                <a:lnTo>
                  <a:pt x="109432" y="14114"/>
                </a:lnTo>
                <a:lnTo>
                  <a:pt x="109534" y="14011"/>
                </a:lnTo>
                <a:lnTo>
                  <a:pt x="109330" y="13807"/>
                </a:lnTo>
                <a:lnTo>
                  <a:pt x="109534" y="13602"/>
                </a:lnTo>
                <a:lnTo>
                  <a:pt x="108716" y="13398"/>
                </a:lnTo>
                <a:lnTo>
                  <a:pt x="108511" y="13398"/>
                </a:lnTo>
                <a:lnTo>
                  <a:pt x="108716" y="13705"/>
                </a:lnTo>
                <a:lnTo>
                  <a:pt x="108102" y="13500"/>
                </a:lnTo>
                <a:lnTo>
                  <a:pt x="108102" y="13500"/>
                </a:lnTo>
                <a:lnTo>
                  <a:pt x="108205" y="13602"/>
                </a:lnTo>
                <a:lnTo>
                  <a:pt x="108102" y="13705"/>
                </a:lnTo>
                <a:lnTo>
                  <a:pt x="107898" y="13705"/>
                </a:lnTo>
                <a:lnTo>
                  <a:pt x="108205" y="13807"/>
                </a:lnTo>
                <a:lnTo>
                  <a:pt x="107693" y="13807"/>
                </a:lnTo>
                <a:lnTo>
                  <a:pt x="107795" y="14011"/>
                </a:lnTo>
                <a:lnTo>
                  <a:pt x="107386" y="14011"/>
                </a:lnTo>
                <a:lnTo>
                  <a:pt x="109125" y="14114"/>
                </a:lnTo>
                <a:lnTo>
                  <a:pt x="108614" y="14318"/>
                </a:lnTo>
                <a:lnTo>
                  <a:pt x="109125" y="14318"/>
                </a:lnTo>
                <a:lnTo>
                  <a:pt x="109125" y="14420"/>
                </a:lnTo>
                <a:lnTo>
                  <a:pt x="107898" y="14523"/>
                </a:lnTo>
                <a:lnTo>
                  <a:pt x="107795" y="14727"/>
                </a:lnTo>
                <a:lnTo>
                  <a:pt x="109227" y="14830"/>
                </a:lnTo>
                <a:lnTo>
                  <a:pt x="108818" y="15136"/>
                </a:lnTo>
                <a:lnTo>
                  <a:pt x="109227" y="15034"/>
                </a:lnTo>
                <a:lnTo>
                  <a:pt x="108307" y="15341"/>
                </a:lnTo>
                <a:lnTo>
                  <a:pt x="108716" y="15545"/>
                </a:lnTo>
                <a:lnTo>
                  <a:pt x="109432" y="15443"/>
                </a:lnTo>
                <a:lnTo>
                  <a:pt x="111375" y="15852"/>
                </a:lnTo>
                <a:lnTo>
                  <a:pt x="114648" y="14625"/>
                </a:lnTo>
                <a:lnTo>
                  <a:pt x="114648" y="14216"/>
                </a:lnTo>
                <a:lnTo>
                  <a:pt x="114034" y="13807"/>
                </a:lnTo>
                <a:lnTo>
                  <a:pt x="113830" y="13500"/>
                </a:lnTo>
                <a:lnTo>
                  <a:pt x="114239" y="13295"/>
                </a:lnTo>
                <a:lnTo>
                  <a:pt x="113011" y="13193"/>
                </a:lnTo>
                <a:close/>
                <a:moveTo>
                  <a:pt x="65557" y="13705"/>
                </a:moveTo>
                <a:lnTo>
                  <a:pt x="63102" y="15750"/>
                </a:lnTo>
                <a:lnTo>
                  <a:pt x="63818" y="15750"/>
                </a:lnTo>
                <a:lnTo>
                  <a:pt x="64023" y="16159"/>
                </a:lnTo>
                <a:lnTo>
                  <a:pt x="66309" y="15364"/>
                </a:lnTo>
                <a:lnTo>
                  <a:pt x="66309" y="15364"/>
                </a:lnTo>
                <a:lnTo>
                  <a:pt x="67091" y="15852"/>
                </a:lnTo>
                <a:lnTo>
                  <a:pt x="68114" y="15545"/>
                </a:lnTo>
                <a:lnTo>
                  <a:pt x="67091" y="15443"/>
                </a:lnTo>
                <a:lnTo>
                  <a:pt x="67295" y="14830"/>
                </a:lnTo>
                <a:lnTo>
                  <a:pt x="65659" y="14011"/>
                </a:lnTo>
                <a:lnTo>
                  <a:pt x="65557" y="13705"/>
                </a:lnTo>
                <a:close/>
                <a:moveTo>
                  <a:pt x="128864" y="16773"/>
                </a:moveTo>
                <a:lnTo>
                  <a:pt x="128455" y="16875"/>
                </a:lnTo>
                <a:lnTo>
                  <a:pt x="128455" y="16875"/>
                </a:lnTo>
                <a:lnTo>
                  <a:pt x="128785" y="16804"/>
                </a:lnTo>
                <a:lnTo>
                  <a:pt x="128785" y="16804"/>
                </a:lnTo>
                <a:lnTo>
                  <a:pt x="128864" y="16773"/>
                </a:lnTo>
                <a:close/>
                <a:moveTo>
                  <a:pt x="73227" y="6955"/>
                </a:moveTo>
                <a:lnTo>
                  <a:pt x="70773" y="7364"/>
                </a:lnTo>
                <a:lnTo>
                  <a:pt x="71080" y="7670"/>
                </a:lnTo>
                <a:lnTo>
                  <a:pt x="70159" y="7773"/>
                </a:lnTo>
                <a:lnTo>
                  <a:pt x="70466" y="8080"/>
                </a:lnTo>
                <a:lnTo>
                  <a:pt x="70466" y="8386"/>
                </a:lnTo>
                <a:lnTo>
                  <a:pt x="69443" y="8386"/>
                </a:lnTo>
                <a:lnTo>
                  <a:pt x="69955" y="8693"/>
                </a:lnTo>
                <a:lnTo>
                  <a:pt x="69545" y="9205"/>
                </a:lnTo>
                <a:lnTo>
                  <a:pt x="68318" y="9205"/>
                </a:lnTo>
                <a:lnTo>
                  <a:pt x="69545" y="8898"/>
                </a:lnTo>
                <a:lnTo>
                  <a:pt x="69136" y="8489"/>
                </a:lnTo>
                <a:lnTo>
                  <a:pt x="69443" y="7773"/>
                </a:lnTo>
                <a:lnTo>
                  <a:pt x="71284" y="6955"/>
                </a:lnTo>
                <a:lnTo>
                  <a:pt x="71284" y="6955"/>
                </a:lnTo>
                <a:lnTo>
                  <a:pt x="67193" y="8284"/>
                </a:lnTo>
                <a:lnTo>
                  <a:pt x="66682" y="8898"/>
                </a:lnTo>
                <a:lnTo>
                  <a:pt x="67909" y="9205"/>
                </a:lnTo>
                <a:lnTo>
                  <a:pt x="66477" y="9205"/>
                </a:lnTo>
                <a:lnTo>
                  <a:pt x="68114" y="9716"/>
                </a:lnTo>
                <a:lnTo>
                  <a:pt x="67909" y="9920"/>
                </a:lnTo>
                <a:lnTo>
                  <a:pt x="70875" y="10125"/>
                </a:lnTo>
                <a:lnTo>
                  <a:pt x="70875" y="10023"/>
                </a:lnTo>
                <a:lnTo>
                  <a:pt x="72205" y="10227"/>
                </a:lnTo>
                <a:lnTo>
                  <a:pt x="72614" y="9716"/>
                </a:lnTo>
                <a:lnTo>
                  <a:pt x="73534" y="9920"/>
                </a:lnTo>
                <a:lnTo>
                  <a:pt x="73432" y="10227"/>
                </a:lnTo>
                <a:lnTo>
                  <a:pt x="73841" y="10330"/>
                </a:lnTo>
                <a:lnTo>
                  <a:pt x="73636" y="10432"/>
                </a:lnTo>
                <a:lnTo>
                  <a:pt x="74148" y="10330"/>
                </a:lnTo>
                <a:lnTo>
                  <a:pt x="74250" y="10739"/>
                </a:lnTo>
                <a:lnTo>
                  <a:pt x="73432" y="11148"/>
                </a:lnTo>
                <a:lnTo>
                  <a:pt x="74685" y="10969"/>
                </a:lnTo>
                <a:lnTo>
                  <a:pt x="74761" y="11045"/>
                </a:lnTo>
                <a:lnTo>
                  <a:pt x="74557" y="11148"/>
                </a:lnTo>
                <a:lnTo>
                  <a:pt x="75375" y="11557"/>
                </a:lnTo>
                <a:lnTo>
                  <a:pt x="75477" y="12273"/>
                </a:lnTo>
                <a:lnTo>
                  <a:pt x="73534" y="13398"/>
                </a:lnTo>
                <a:lnTo>
                  <a:pt x="73636" y="13807"/>
                </a:lnTo>
                <a:lnTo>
                  <a:pt x="72000" y="14216"/>
                </a:lnTo>
                <a:lnTo>
                  <a:pt x="72000" y="14318"/>
                </a:lnTo>
                <a:lnTo>
                  <a:pt x="72000" y="14420"/>
                </a:lnTo>
                <a:lnTo>
                  <a:pt x="71898" y="14625"/>
                </a:lnTo>
                <a:lnTo>
                  <a:pt x="72000" y="14318"/>
                </a:lnTo>
                <a:lnTo>
                  <a:pt x="71080" y="14114"/>
                </a:lnTo>
                <a:lnTo>
                  <a:pt x="70057" y="14727"/>
                </a:lnTo>
                <a:lnTo>
                  <a:pt x="70977" y="15136"/>
                </a:lnTo>
                <a:lnTo>
                  <a:pt x="72307" y="14727"/>
                </a:lnTo>
                <a:lnTo>
                  <a:pt x="72818" y="14830"/>
                </a:lnTo>
                <a:lnTo>
                  <a:pt x="72716" y="15034"/>
                </a:lnTo>
                <a:lnTo>
                  <a:pt x="72716" y="15034"/>
                </a:lnTo>
                <a:lnTo>
                  <a:pt x="73330" y="14830"/>
                </a:lnTo>
                <a:lnTo>
                  <a:pt x="73125" y="15034"/>
                </a:lnTo>
                <a:lnTo>
                  <a:pt x="73739" y="15545"/>
                </a:lnTo>
                <a:lnTo>
                  <a:pt x="73636" y="15648"/>
                </a:lnTo>
                <a:lnTo>
                  <a:pt x="74148" y="15750"/>
                </a:lnTo>
                <a:lnTo>
                  <a:pt x="73636" y="15955"/>
                </a:lnTo>
                <a:lnTo>
                  <a:pt x="74250" y="16261"/>
                </a:lnTo>
                <a:lnTo>
                  <a:pt x="74045" y="16364"/>
                </a:lnTo>
                <a:lnTo>
                  <a:pt x="76909" y="17386"/>
                </a:lnTo>
                <a:lnTo>
                  <a:pt x="77318" y="17080"/>
                </a:lnTo>
                <a:lnTo>
                  <a:pt x="76398" y="16364"/>
                </a:lnTo>
                <a:lnTo>
                  <a:pt x="76500" y="16261"/>
                </a:lnTo>
                <a:lnTo>
                  <a:pt x="75989" y="15648"/>
                </a:lnTo>
                <a:lnTo>
                  <a:pt x="76705" y="15648"/>
                </a:lnTo>
                <a:lnTo>
                  <a:pt x="78034" y="16568"/>
                </a:lnTo>
                <a:lnTo>
                  <a:pt x="78239" y="16364"/>
                </a:lnTo>
                <a:lnTo>
                  <a:pt x="78545" y="16364"/>
                </a:lnTo>
                <a:lnTo>
                  <a:pt x="78545" y="15648"/>
                </a:lnTo>
                <a:lnTo>
                  <a:pt x="78955" y="15955"/>
                </a:lnTo>
                <a:lnTo>
                  <a:pt x="78955" y="15443"/>
                </a:lnTo>
                <a:lnTo>
                  <a:pt x="79057" y="15341"/>
                </a:lnTo>
                <a:lnTo>
                  <a:pt x="78750" y="15341"/>
                </a:lnTo>
                <a:lnTo>
                  <a:pt x="78545" y="15136"/>
                </a:lnTo>
                <a:lnTo>
                  <a:pt x="78955" y="14932"/>
                </a:lnTo>
                <a:lnTo>
                  <a:pt x="78648" y="14932"/>
                </a:lnTo>
                <a:lnTo>
                  <a:pt x="78955" y="14830"/>
                </a:lnTo>
                <a:lnTo>
                  <a:pt x="78648" y="14625"/>
                </a:lnTo>
                <a:lnTo>
                  <a:pt x="78034" y="14625"/>
                </a:lnTo>
                <a:lnTo>
                  <a:pt x="77830" y="14216"/>
                </a:lnTo>
                <a:lnTo>
                  <a:pt x="78034" y="14114"/>
                </a:lnTo>
                <a:lnTo>
                  <a:pt x="77523" y="14011"/>
                </a:lnTo>
                <a:lnTo>
                  <a:pt x="77727" y="13807"/>
                </a:lnTo>
                <a:lnTo>
                  <a:pt x="77318" y="13398"/>
                </a:lnTo>
                <a:lnTo>
                  <a:pt x="78341" y="13602"/>
                </a:lnTo>
                <a:lnTo>
                  <a:pt x="78136" y="13193"/>
                </a:lnTo>
                <a:lnTo>
                  <a:pt x="78545" y="13091"/>
                </a:lnTo>
                <a:lnTo>
                  <a:pt x="79466" y="13398"/>
                </a:lnTo>
                <a:lnTo>
                  <a:pt x="79159" y="13602"/>
                </a:lnTo>
                <a:lnTo>
                  <a:pt x="79159" y="13602"/>
                </a:lnTo>
                <a:lnTo>
                  <a:pt x="80284" y="13295"/>
                </a:lnTo>
                <a:lnTo>
                  <a:pt x="79466" y="13909"/>
                </a:lnTo>
                <a:lnTo>
                  <a:pt x="79568" y="14318"/>
                </a:lnTo>
                <a:lnTo>
                  <a:pt x="79977" y="14114"/>
                </a:lnTo>
                <a:lnTo>
                  <a:pt x="80182" y="14420"/>
                </a:lnTo>
                <a:lnTo>
                  <a:pt x="80489" y="14420"/>
                </a:lnTo>
                <a:lnTo>
                  <a:pt x="80693" y="13909"/>
                </a:lnTo>
                <a:lnTo>
                  <a:pt x="80489" y="13909"/>
                </a:lnTo>
                <a:lnTo>
                  <a:pt x="81818" y="13602"/>
                </a:lnTo>
                <a:lnTo>
                  <a:pt x="81511" y="13398"/>
                </a:lnTo>
                <a:lnTo>
                  <a:pt x="81716" y="13295"/>
                </a:lnTo>
                <a:lnTo>
                  <a:pt x="81614" y="13193"/>
                </a:lnTo>
                <a:lnTo>
                  <a:pt x="82023" y="13295"/>
                </a:lnTo>
                <a:lnTo>
                  <a:pt x="82023" y="12989"/>
                </a:lnTo>
                <a:lnTo>
                  <a:pt x="82227" y="12989"/>
                </a:lnTo>
                <a:lnTo>
                  <a:pt x="82227" y="12682"/>
                </a:lnTo>
                <a:lnTo>
                  <a:pt x="81000" y="12886"/>
                </a:lnTo>
                <a:lnTo>
                  <a:pt x="81716" y="12477"/>
                </a:lnTo>
                <a:lnTo>
                  <a:pt x="80591" y="12375"/>
                </a:lnTo>
                <a:lnTo>
                  <a:pt x="81307" y="12170"/>
                </a:lnTo>
                <a:lnTo>
                  <a:pt x="80591" y="11966"/>
                </a:lnTo>
                <a:lnTo>
                  <a:pt x="80795" y="11864"/>
                </a:lnTo>
                <a:lnTo>
                  <a:pt x="80284" y="12068"/>
                </a:lnTo>
                <a:lnTo>
                  <a:pt x="80386" y="11864"/>
                </a:lnTo>
                <a:lnTo>
                  <a:pt x="80080" y="11864"/>
                </a:lnTo>
                <a:lnTo>
                  <a:pt x="80182" y="11761"/>
                </a:lnTo>
                <a:lnTo>
                  <a:pt x="79670" y="11966"/>
                </a:lnTo>
                <a:lnTo>
                  <a:pt x="80080" y="11557"/>
                </a:lnTo>
                <a:lnTo>
                  <a:pt x="79670" y="11761"/>
                </a:lnTo>
                <a:lnTo>
                  <a:pt x="79466" y="11761"/>
                </a:lnTo>
                <a:lnTo>
                  <a:pt x="79568" y="11557"/>
                </a:lnTo>
                <a:lnTo>
                  <a:pt x="79773" y="11455"/>
                </a:lnTo>
                <a:lnTo>
                  <a:pt x="79057" y="11352"/>
                </a:lnTo>
                <a:lnTo>
                  <a:pt x="78955" y="11148"/>
                </a:lnTo>
                <a:lnTo>
                  <a:pt x="78239" y="11045"/>
                </a:lnTo>
                <a:lnTo>
                  <a:pt x="79466" y="10943"/>
                </a:lnTo>
                <a:lnTo>
                  <a:pt x="78648" y="10841"/>
                </a:lnTo>
                <a:lnTo>
                  <a:pt x="80284" y="10739"/>
                </a:lnTo>
                <a:lnTo>
                  <a:pt x="78648" y="10534"/>
                </a:lnTo>
                <a:lnTo>
                  <a:pt x="80080" y="10330"/>
                </a:lnTo>
                <a:lnTo>
                  <a:pt x="79670" y="10023"/>
                </a:lnTo>
                <a:lnTo>
                  <a:pt x="79057" y="10125"/>
                </a:lnTo>
                <a:lnTo>
                  <a:pt x="79364" y="9920"/>
                </a:lnTo>
                <a:lnTo>
                  <a:pt x="78443" y="10023"/>
                </a:lnTo>
                <a:lnTo>
                  <a:pt x="79568" y="9716"/>
                </a:lnTo>
                <a:lnTo>
                  <a:pt x="79466" y="9409"/>
                </a:lnTo>
                <a:lnTo>
                  <a:pt x="78750" y="9409"/>
                </a:lnTo>
                <a:lnTo>
                  <a:pt x="77625" y="10023"/>
                </a:lnTo>
                <a:lnTo>
                  <a:pt x="77420" y="9716"/>
                </a:lnTo>
                <a:lnTo>
                  <a:pt x="78545" y="9205"/>
                </a:lnTo>
                <a:lnTo>
                  <a:pt x="77216" y="9409"/>
                </a:lnTo>
                <a:lnTo>
                  <a:pt x="77216" y="9409"/>
                </a:lnTo>
                <a:lnTo>
                  <a:pt x="78341" y="8898"/>
                </a:lnTo>
                <a:lnTo>
                  <a:pt x="76500" y="8898"/>
                </a:lnTo>
                <a:lnTo>
                  <a:pt x="77011" y="8591"/>
                </a:lnTo>
                <a:lnTo>
                  <a:pt x="75886" y="9000"/>
                </a:lnTo>
                <a:lnTo>
                  <a:pt x="76398" y="8693"/>
                </a:lnTo>
                <a:lnTo>
                  <a:pt x="76091" y="8693"/>
                </a:lnTo>
                <a:lnTo>
                  <a:pt x="76807" y="8386"/>
                </a:lnTo>
                <a:lnTo>
                  <a:pt x="76807" y="8386"/>
                </a:lnTo>
                <a:lnTo>
                  <a:pt x="75580" y="8591"/>
                </a:lnTo>
                <a:lnTo>
                  <a:pt x="75580" y="8591"/>
                </a:lnTo>
                <a:lnTo>
                  <a:pt x="76500" y="8182"/>
                </a:lnTo>
                <a:lnTo>
                  <a:pt x="74761" y="7875"/>
                </a:lnTo>
                <a:lnTo>
                  <a:pt x="74761" y="7875"/>
                </a:lnTo>
                <a:lnTo>
                  <a:pt x="74864" y="8182"/>
                </a:lnTo>
                <a:lnTo>
                  <a:pt x="74045" y="8489"/>
                </a:lnTo>
                <a:lnTo>
                  <a:pt x="73739" y="8080"/>
                </a:lnTo>
                <a:lnTo>
                  <a:pt x="72511" y="8489"/>
                </a:lnTo>
                <a:lnTo>
                  <a:pt x="72818" y="8284"/>
                </a:lnTo>
                <a:lnTo>
                  <a:pt x="72716" y="8182"/>
                </a:lnTo>
                <a:lnTo>
                  <a:pt x="73125" y="7977"/>
                </a:lnTo>
                <a:lnTo>
                  <a:pt x="72614" y="8182"/>
                </a:lnTo>
                <a:lnTo>
                  <a:pt x="73534" y="7773"/>
                </a:lnTo>
                <a:lnTo>
                  <a:pt x="73227" y="6955"/>
                </a:lnTo>
                <a:close/>
                <a:moveTo>
                  <a:pt x="103500" y="0"/>
                </a:moveTo>
                <a:lnTo>
                  <a:pt x="103807" y="102"/>
                </a:lnTo>
                <a:lnTo>
                  <a:pt x="99205" y="205"/>
                </a:lnTo>
                <a:lnTo>
                  <a:pt x="101864" y="307"/>
                </a:lnTo>
                <a:lnTo>
                  <a:pt x="99614" y="409"/>
                </a:lnTo>
                <a:lnTo>
                  <a:pt x="100125" y="511"/>
                </a:lnTo>
                <a:lnTo>
                  <a:pt x="99818" y="818"/>
                </a:lnTo>
                <a:lnTo>
                  <a:pt x="97057" y="511"/>
                </a:lnTo>
                <a:lnTo>
                  <a:pt x="97057" y="818"/>
                </a:lnTo>
                <a:lnTo>
                  <a:pt x="94705" y="1023"/>
                </a:lnTo>
                <a:lnTo>
                  <a:pt x="94705" y="614"/>
                </a:lnTo>
                <a:lnTo>
                  <a:pt x="91841" y="818"/>
                </a:lnTo>
                <a:lnTo>
                  <a:pt x="92966" y="1227"/>
                </a:lnTo>
                <a:lnTo>
                  <a:pt x="90716" y="920"/>
                </a:lnTo>
                <a:lnTo>
                  <a:pt x="86625" y="1841"/>
                </a:lnTo>
                <a:lnTo>
                  <a:pt x="86932" y="2148"/>
                </a:lnTo>
                <a:lnTo>
                  <a:pt x="87955" y="2045"/>
                </a:lnTo>
                <a:lnTo>
                  <a:pt x="87955" y="2045"/>
                </a:lnTo>
                <a:lnTo>
                  <a:pt x="81818" y="3477"/>
                </a:lnTo>
                <a:lnTo>
                  <a:pt x="83148" y="3682"/>
                </a:lnTo>
                <a:lnTo>
                  <a:pt x="82841" y="3784"/>
                </a:lnTo>
                <a:lnTo>
                  <a:pt x="85091" y="3989"/>
                </a:lnTo>
                <a:lnTo>
                  <a:pt x="82023" y="4295"/>
                </a:lnTo>
                <a:lnTo>
                  <a:pt x="82125" y="4398"/>
                </a:lnTo>
                <a:lnTo>
                  <a:pt x="82125" y="4500"/>
                </a:lnTo>
                <a:lnTo>
                  <a:pt x="83557" y="4602"/>
                </a:lnTo>
                <a:lnTo>
                  <a:pt x="82534" y="4807"/>
                </a:lnTo>
                <a:lnTo>
                  <a:pt x="88568" y="5318"/>
                </a:lnTo>
                <a:lnTo>
                  <a:pt x="88568" y="5625"/>
                </a:lnTo>
                <a:lnTo>
                  <a:pt x="89489" y="6341"/>
                </a:lnTo>
                <a:lnTo>
                  <a:pt x="88670" y="6648"/>
                </a:lnTo>
                <a:lnTo>
                  <a:pt x="89386" y="6750"/>
                </a:lnTo>
                <a:lnTo>
                  <a:pt x="89182" y="7057"/>
                </a:lnTo>
                <a:lnTo>
                  <a:pt x="89386" y="7466"/>
                </a:lnTo>
                <a:lnTo>
                  <a:pt x="89386" y="7568"/>
                </a:lnTo>
                <a:lnTo>
                  <a:pt x="89591" y="7773"/>
                </a:lnTo>
                <a:lnTo>
                  <a:pt x="88977" y="7977"/>
                </a:lnTo>
                <a:lnTo>
                  <a:pt x="89080" y="8080"/>
                </a:lnTo>
                <a:lnTo>
                  <a:pt x="88773" y="8182"/>
                </a:lnTo>
                <a:lnTo>
                  <a:pt x="88773" y="8182"/>
                </a:lnTo>
                <a:lnTo>
                  <a:pt x="89386" y="8080"/>
                </a:lnTo>
                <a:lnTo>
                  <a:pt x="88568" y="8795"/>
                </a:lnTo>
                <a:lnTo>
                  <a:pt x="90102" y="8489"/>
                </a:lnTo>
                <a:lnTo>
                  <a:pt x="90102" y="8591"/>
                </a:lnTo>
                <a:lnTo>
                  <a:pt x="90205" y="8591"/>
                </a:lnTo>
                <a:lnTo>
                  <a:pt x="90205" y="8693"/>
                </a:lnTo>
                <a:lnTo>
                  <a:pt x="91023" y="8693"/>
                </a:lnTo>
                <a:lnTo>
                  <a:pt x="90000" y="9102"/>
                </a:lnTo>
                <a:lnTo>
                  <a:pt x="91227" y="9205"/>
                </a:lnTo>
                <a:lnTo>
                  <a:pt x="90716" y="9205"/>
                </a:lnTo>
                <a:lnTo>
                  <a:pt x="91023" y="9409"/>
                </a:lnTo>
                <a:lnTo>
                  <a:pt x="91227" y="9716"/>
                </a:lnTo>
                <a:lnTo>
                  <a:pt x="88875" y="9614"/>
                </a:lnTo>
                <a:lnTo>
                  <a:pt x="91330" y="10125"/>
                </a:lnTo>
                <a:lnTo>
                  <a:pt x="90511" y="10739"/>
                </a:lnTo>
                <a:lnTo>
                  <a:pt x="91023" y="10739"/>
                </a:lnTo>
                <a:lnTo>
                  <a:pt x="90511" y="10841"/>
                </a:lnTo>
                <a:lnTo>
                  <a:pt x="90205" y="11148"/>
                </a:lnTo>
                <a:lnTo>
                  <a:pt x="90511" y="11148"/>
                </a:lnTo>
                <a:lnTo>
                  <a:pt x="88568" y="11557"/>
                </a:lnTo>
                <a:lnTo>
                  <a:pt x="90102" y="11455"/>
                </a:lnTo>
                <a:lnTo>
                  <a:pt x="88057" y="12170"/>
                </a:lnTo>
                <a:lnTo>
                  <a:pt x="90102" y="11966"/>
                </a:lnTo>
                <a:lnTo>
                  <a:pt x="89898" y="12068"/>
                </a:lnTo>
                <a:lnTo>
                  <a:pt x="90205" y="12273"/>
                </a:lnTo>
                <a:lnTo>
                  <a:pt x="88261" y="12273"/>
                </a:lnTo>
                <a:lnTo>
                  <a:pt x="87955" y="12784"/>
                </a:lnTo>
                <a:lnTo>
                  <a:pt x="88773" y="12784"/>
                </a:lnTo>
                <a:lnTo>
                  <a:pt x="87648" y="13500"/>
                </a:lnTo>
                <a:lnTo>
                  <a:pt x="89489" y="12784"/>
                </a:lnTo>
                <a:lnTo>
                  <a:pt x="89489" y="12784"/>
                </a:lnTo>
                <a:lnTo>
                  <a:pt x="87750" y="13602"/>
                </a:lnTo>
                <a:lnTo>
                  <a:pt x="87852" y="13602"/>
                </a:lnTo>
                <a:lnTo>
                  <a:pt x="87750" y="14011"/>
                </a:lnTo>
                <a:lnTo>
                  <a:pt x="89182" y="13807"/>
                </a:lnTo>
                <a:lnTo>
                  <a:pt x="88261" y="14114"/>
                </a:lnTo>
                <a:lnTo>
                  <a:pt x="88057" y="15239"/>
                </a:lnTo>
                <a:lnTo>
                  <a:pt x="88773" y="14727"/>
                </a:lnTo>
                <a:lnTo>
                  <a:pt x="89080" y="14318"/>
                </a:lnTo>
                <a:lnTo>
                  <a:pt x="89489" y="15034"/>
                </a:lnTo>
                <a:lnTo>
                  <a:pt x="88466" y="15034"/>
                </a:lnTo>
                <a:lnTo>
                  <a:pt x="88364" y="15341"/>
                </a:lnTo>
                <a:lnTo>
                  <a:pt x="89080" y="15136"/>
                </a:lnTo>
                <a:lnTo>
                  <a:pt x="88977" y="15239"/>
                </a:lnTo>
                <a:lnTo>
                  <a:pt x="89182" y="15239"/>
                </a:lnTo>
                <a:lnTo>
                  <a:pt x="88261" y="15443"/>
                </a:lnTo>
                <a:lnTo>
                  <a:pt x="88568" y="16466"/>
                </a:lnTo>
                <a:lnTo>
                  <a:pt x="89080" y="16261"/>
                </a:lnTo>
                <a:lnTo>
                  <a:pt x="88568" y="16773"/>
                </a:lnTo>
                <a:lnTo>
                  <a:pt x="89386" y="17182"/>
                </a:lnTo>
                <a:lnTo>
                  <a:pt x="88977" y="17591"/>
                </a:lnTo>
                <a:lnTo>
                  <a:pt x="89386" y="18205"/>
                </a:lnTo>
                <a:lnTo>
                  <a:pt x="89795" y="18205"/>
                </a:lnTo>
                <a:lnTo>
                  <a:pt x="89386" y="18409"/>
                </a:lnTo>
                <a:lnTo>
                  <a:pt x="89795" y="18409"/>
                </a:lnTo>
                <a:lnTo>
                  <a:pt x="89795" y="18307"/>
                </a:lnTo>
                <a:lnTo>
                  <a:pt x="91227" y="18000"/>
                </a:lnTo>
                <a:lnTo>
                  <a:pt x="91023" y="18614"/>
                </a:lnTo>
                <a:lnTo>
                  <a:pt x="91943" y="18511"/>
                </a:lnTo>
                <a:lnTo>
                  <a:pt x="91943" y="18511"/>
                </a:lnTo>
                <a:lnTo>
                  <a:pt x="91330" y="18920"/>
                </a:lnTo>
                <a:lnTo>
                  <a:pt x="91330" y="18920"/>
                </a:lnTo>
                <a:lnTo>
                  <a:pt x="92148" y="18818"/>
                </a:lnTo>
                <a:lnTo>
                  <a:pt x="92148" y="19227"/>
                </a:lnTo>
                <a:lnTo>
                  <a:pt x="92455" y="19227"/>
                </a:lnTo>
                <a:lnTo>
                  <a:pt x="92250" y="19125"/>
                </a:lnTo>
                <a:lnTo>
                  <a:pt x="92966" y="18920"/>
                </a:lnTo>
                <a:lnTo>
                  <a:pt x="92455" y="18614"/>
                </a:lnTo>
                <a:lnTo>
                  <a:pt x="93375" y="18409"/>
                </a:lnTo>
                <a:lnTo>
                  <a:pt x="93989" y="17591"/>
                </a:lnTo>
                <a:lnTo>
                  <a:pt x="93784" y="17489"/>
                </a:lnTo>
                <a:lnTo>
                  <a:pt x="94091" y="17386"/>
                </a:lnTo>
                <a:lnTo>
                  <a:pt x="94295" y="16670"/>
                </a:lnTo>
                <a:lnTo>
                  <a:pt x="93784" y="16568"/>
                </a:lnTo>
                <a:lnTo>
                  <a:pt x="94807" y="16364"/>
                </a:lnTo>
                <a:lnTo>
                  <a:pt x="94500" y="16159"/>
                </a:lnTo>
                <a:lnTo>
                  <a:pt x="95830" y="15648"/>
                </a:lnTo>
                <a:lnTo>
                  <a:pt x="95830" y="15239"/>
                </a:lnTo>
                <a:lnTo>
                  <a:pt x="95216" y="15136"/>
                </a:lnTo>
                <a:lnTo>
                  <a:pt x="96136" y="15034"/>
                </a:lnTo>
                <a:lnTo>
                  <a:pt x="95830" y="14625"/>
                </a:lnTo>
                <a:lnTo>
                  <a:pt x="96955" y="14216"/>
                </a:lnTo>
                <a:lnTo>
                  <a:pt x="96545" y="14011"/>
                </a:lnTo>
                <a:lnTo>
                  <a:pt x="98489" y="13398"/>
                </a:lnTo>
                <a:lnTo>
                  <a:pt x="98182" y="13295"/>
                </a:lnTo>
                <a:lnTo>
                  <a:pt x="98795" y="13295"/>
                </a:lnTo>
                <a:lnTo>
                  <a:pt x="98386" y="13909"/>
                </a:lnTo>
                <a:lnTo>
                  <a:pt x="99205" y="13602"/>
                </a:lnTo>
                <a:lnTo>
                  <a:pt x="99307" y="13705"/>
                </a:lnTo>
                <a:lnTo>
                  <a:pt x="102580" y="11659"/>
                </a:lnTo>
                <a:lnTo>
                  <a:pt x="102682" y="11455"/>
                </a:lnTo>
                <a:lnTo>
                  <a:pt x="109125" y="10227"/>
                </a:lnTo>
                <a:lnTo>
                  <a:pt x="109023" y="10227"/>
                </a:lnTo>
                <a:lnTo>
                  <a:pt x="109636" y="10023"/>
                </a:lnTo>
                <a:lnTo>
                  <a:pt x="106159" y="10023"/>
                </a:lnTo>
                <a:lnTo>
                  <a:pt x="106977" y="9716"/>
                </a:lnTo>
                <a:lnTo>
                  <a:pt x="105239" y="9716"/>
                </a:lnTo>
                <a:lnTo>
                  <a:pt x="105852" y="9205"/>
                </a:lnTo>
                <a:lnTo>
                  <a:pt x="107386" y="9205"/>
                </a:lnTo>
                <a:lnTo>
                  <a:pt x="106773" y="8693"/>
                </a:lnTo>
                <a:lnTo>
                  <a:pt x="108409" y="9102"/>
                </a:lnTo>
                <a:lnTo>
                  <a:pt x="109023" y="9716"/>
                </a:lnTo>
                <a:lnTo>
                  <a:pt x="109636" y="9307"/>
                </a:lnTo>
                <a:lnTo>
                  <a:pt x="109636" y="9716"/>
                </a:lnTo>
                <a:lnTo>
                  <a:pt x="110148" y="9307"/>
                </a:lnTo>
                <a:lnTo>
                  <a:pt x="110148" y="8795"/>
                </a:lnTo>
                <a:lnTo>
                  <a:pt x="109739" y="9000"/>
                </a:lnTo>
                <a:lnTo>
                  <a:pt x="110148" y="8591"/>
                </a:lnTo>
                <a:lnTo>
                  <a:pt x="108205" y="8080"/>
                </a:lnTo>
                <a:lnTo>
                  <a:pt x="108511" y="7977"/>
                </a:lnTo>
                <a:lnTo>
                  <a:pt x="108307" y="7670"/>
                </a:lnTo>
                <a:lnTo>
                  <a:pt x="107284" y="7773"/>
                </a:lnTo>
                <a:lnTo>
                  <a:pt x="107284" y="7773"/>
                </a:lnTo>
                <a:lnTo>
                  <a:pt x="108211" y="7587"/>
                </a:lnTo>
                <a:lnTo>
                  <a:pt x="108211" y="7587"/>
                </a:lnTo>
                <a:lnTo>
                  <a:pt x="106875" y="7466"/>
                </a:lnTo>
                <a:lnTo>
                  <a:pt x="107489" y="7364"/>
                </a:lnTo>
                <a:lnTo>
                  <a:pt x="107080" y="7159"/>
                </a:lnTo>
                <a:lnTo>
                  <a:pt x="108716" y="7159"/>
                </a:lnTo>
                <a:lnTo>
                  <a:pt x="108307" y="6852"/>
                </a:lnTo>
                <a:lnTo>
                  <a:pt x="111375" y="7159"/>
                </a:lnTo>
                <a:lnTo>
                  <a:pt x="111068" y="6750"/>
                </a:lnTo>
                <a:lnTo>
                  <a:pt x="110352" y="6750"/>
                </a:lnTo>
                <a:lnTo>
                  <a:pt x="110352" y="6545"/>
                </a:lnTo>
                <a:lnTo>
                  <a:pt x="110659" y="6239"/>
                </a:lnTo>
                <a:lnTo>
                  <a:pt x="110557" y="6545"/>
                </a:lnTo>
                <a:lnTo>
                  <a:pt x="112295" y="6443"/>
                </a:lnTo>
                <a:lnTo>
                  <a:pt x="111989" y="6034"/>
                </a:lnTo>
                <a:lnTo>
                  <a:pt x="111273" y="6239"/>
                </a:lnTo>
                <a:lnTo>
                  <a:pt x="111273" y="5830"/>
                </a:lnTo>
                <a:lnTo>
                  <a:pt x="110557" y="5830"/>
                </a:lnTo>
                <a:lnTo>
                  <a:pt x="111784" y="5727"/>
                </a:lnTo>
                <a:lnTo>
                  <a:pt x="112091" y="5830"/>
                </a:lnTo>
                <a:lnTo>
                  <a:pt x="112193" y="5011"/>
                </a:lnTo>
                <a:lnTo>
                  <a:pt x="111375" y="4909"/>
                </a:lnTo>
                <a:lnTo>
                  <a:pt x="111068" y="4705"/>
                </a:lnTo>
                <a:lnTo>
                  <a:pt x="110659" y="4602"/>
                </a:lnTo>
                <a:lnTo>
                  <a:pt x="113011" y="4500"/>
                </a:lnTo>
                <a:lnTo>
                  <a:pt x="113216" y="4091"/>
                </a:lnTo>
                <a:lnTo>
                  <a:pt x="111989" y="3886"/>
                </a:lnTo>
                <a:lnTo>
                  <a:pt x="112807" y="3886"/>
                </a:lnTo>
                <a:lnTo>
                  <a:pt x="111580" y="3784"/>
                </a:lnTo>
                <a:lnTo>
                  <a:pt x="112091" y="3170"/>
                </a:lnTo>
                <a:lnTo>
                  <a:pt x="111989" y="3068"/>
                </a:lnTo>
                <a:lnTo>
                  <a:pt x="113114" y="2557"/>
                </a:lnTo>
                <a:lnTo>
                  <a:pt x="112909" y="2352"/>
                </a:lnTo>
                <a:lnTo>
                  <a:pt x="113216" y="1943"/>
                </a:lnTo>
                <a:lnTo>
                  <a:pt x="115261" y="1841"/>
                </a:lnTo>
                <a:lnTo>
                  <a:pt x="114750" y="1739"/>
                </a:lnTo>
                <a:lnTo>
                  <a:pt x="116284" y="1534"/>
                </a:lnTo>
                <a:lnTo>
                  <a:pt x="116080" y="1432"/>
                </a:lnTo>
                <a:lnTo>
                  <a:pt x="117818" y="1125"/>
                </a:lnTo>
                <a:lnTo>
                  <a:pt x="111273" y="1636"/>
                </a:lnTo>
                <a:lnTo>
                  <a:pt x="111273" y="1636"/>
                </a:lnTo>
                <a:lnTo>
                  <a:pt x="112398" y="1125"/>
                </a:lnTo>
                <a:lnTo>
                  <a:pt x="107898" y="818"/>
                </a:lnTo>
                <a:lnTo>
                  <a:pt x="112500" y="409"/>
                </a:lnTo>
                <a:lnTo>
                  <a:pt x="106977" y="205"/>
                </a:lnTo>
                <a:lnTo>
                  <a:pt x="110352" y="0"/>
                </a:lnTo>
                <a:close/>
                <a:moveTo>
                  <a:pt x="5114" y="22807"/>
                </a:moveTo>
                <a:lnTo>
                  <a:pt x="5069" y="22823"/>
                </a:lnTo>
                <a:lnTo>
                  <a:pt x="5069" y="22823"/>
                </a:lnTo>
                <a:lnTo>
                  <a:pt x="5011" y="22909"/>
                </a:lnTo>
                <a:lnTo>
                  <a:pt x="5114" y="22807"/>
                </a:lnTo>
                <a:close/>
                <a:moveTo>
                  <a:pt x="133057" y="23011"/>
                </a:moveTo>
                <a:lnTo>
                  <a:pt x="132955" y="23216"/>
                </a:lnTo>
                <a:lnTo>
                  <a:pt x="132443" y="23216"/>
                </a:lnTo>
                <a:lnTo>
                  <a:pt x="132955" y="23727"/>
                </a:lnTo>
                <a:lnTo>
                  <a:pt x="133261" y="23727"/>
                </a:lnTo>
                <a:lnTo>
                  <a:pt x="133568" y="23216"/>
                </a:lnTo>
                <a:lnTo>
                  <a:pt x="133057" y="23011"/>
                </a:lnTo>
                <a:close/>
                <a:moveTo>
                  <a:pt x="1125" y="23625"/>
                </a:moveTo>
                <a:lnTo>
                  <a:pt x="102" y="24034"/>
                </a:lnTo>
                <a:lnTo>
                  <a:pt x="1120" y="23634"/>
                </a:lnTo>
                <a:lnTo>
                  <a:pt x="1120" y="23634"/>
                </a:lnTo>
                <a:lnTo>
                  <a:pt x="1125" y="23625"/>
                </a:lnTo>
                <a:close/>
                <a:moveTo>
                  <a:pt x="102" y="24034"/>
                </a:moveTo>
                <a:lnTo>
                  <a:pt x="102" y="24034"/>
                </a:lnTo>
                <a:lnTo>
                  <a:pt x="102" y="24034"/>
                </a:lnTo>
                <a:close/>
                <a:moveTo>
                  <a:pt x="138170" y="24136"/>
                </a:moveTo>
                <a:lnTo>
                  <a:pt x="138375" y="24239"/>
                </a:lnTo>
                <a:lnTo>
                  <a:pt x="138477" y="24239"/>
                </a:lnTo>
                <a:lnTo>
                  <a:pt x="138170" y="24136"/>
                </a:lnTo>
                <a:close/>
                <a:moveTo>
                  <a:pt x="118534" y="23523"/>
                </a:moveTo>
                <a:lnTo>
                  <a:pt x="118636" y="23625"/>
                </a:lnTo>
                <a:lnTo>
                  <a:pt x="118330" y="23932"/>
                </a:lnTo>
                <a:lnTo>
                  <a:pt x="118330" y="23727"/>
                </a:lnTo>
                <a:lnTo>
                  <a:pt x="117818" y="23830"/>
                </a:lnTo>
                <a:lnTo>
                  <a:pt x="117511" y="24239"/>
                </a:lnTo>
                <a:lnTo>
                  <a:pt x="117920" y="24239"/>
                </a:lnTo>
                <a:lnTo>
                  <a:pt x="117614" y="24648"/>
                </a:lnTo>
                <a:lnTo>
                  <a:pt x="116489" y="24750"/>
                </a:lnTo>
                <a:lnTo>
                  <a:pt x="116591" y="24852"/>
                </a:lnTo>
                <a:lnTo>
                  <a:pt x="116591" y="25057"/>
                </a:lnTo>
                <a:lnTo>
                  <a:pt x="116795" y="24955"/>
                </a:lnTo>
                <a:lnTo>
                  <a:pt x="116693" y="25261"/>
                </a:lnTo>
                <a:lnTo>
                  <a:pt x="116386" y="25364"/>
                </a:lnTo>
                <a:lnTo>
                  <a:pt x="116386" y="25466"/>
                </a:lnTo>
                <a:lnTo>
                  <a:pt x="116591" y="25466"/>
                </a:lnTo>
                <a:lnTo>
                  <a:pt x="116591" y="25568"/>
                </a:lnTo>
                <a:lnTo>
                  <a:pt x="117307" y="25670"/>
                </a:lnTo>
                <a:lnTo>
                  <a:pt x="116489" y="26284"/>
                </a:lnTo>
                <a:lnTo>
                  <a:pt x="116489" y="26284"/>
                </a:lnTo>
                <a:lnTo>
                  <a:pt x="117409" y="26182"/>
                </a:lnTo>
                <a:lnTo>
                  <a:pt x="116489" y="26489"/>
                </a:lnTo>
                <a:lnTo>
                  <a:pt x="116591" y="26591"/>
                </a:lnTo>
                <a:lnTo>
                  <a:pt x="116080" y="26693"/>
                </a:lnTo>
                <a:lnTo>
                  <a:pt x="116489" y="26693"/>
                </a:lnTo>
                <a:lnTo>
                  <a:pt x="116080" y="27000"/>
                </a:lnTo>
                <a:lnTo>
                  <a:pt x="116693" y="27000"/>
                </a:lnTo>
                <a:lnTo>
                  <a:pt x="116284" y="27205"/>
                </a:lnTo>
                <a:lnTo>
                  <a:pt x="116284" y="27205"/>
                </a:lnTo>
                <a:lnTo>
                  <a:pt x="116693" y="27102"/>
                </a:lnTo>
                <a:lnTo>
                  <a:pt x="116489" y="27307"/>
                </a:lnTo>
                <a:lnTo>
                  <a:pt x="119250" y="26591"/>
                </a:lnTo>
                <a:lnTo>
                  <a:pt x="119148" y="26489"/>
                </a:lnTo>
                <a:lnTo>
                  <a:pt x="119455" y="24852"/>
                </a:lnTo>
                <a:lnTo>
                  <a:pt x="119352" y="24750"/>
                </a:lnTo>
                <a:lnTo>
                  <a:pt x="119966" y="24545"/>
                </a:lnTo>
                <a:lnTo>
                  <a:pt x="119864" y="24341"/>
                </a:lnTo>
                <a:lnTo>
                  <a:pt x="119659" y="24239"/>
                </a:lnTo>
                <a:lnTo>
                  <a:pt x="119455" y="23727"/>
                </a:lnTo>
                <a:lnTo>
                  <a:pt x="118636" y="23830"/>
                </a:lnTo>
                <a:lnTo>
                  <a:pt x="118841" y="23625"/>
                </a:lnTo>
                <a:lnTo>
                  <a:pt x="118534" y="23523"/>
                </a:lnTo>
                <a:close/>
                <a:moveTo>
                  <a:pt x="121398" y="20455"/>
                </a:moveTo>
                <a:lnTo>
                  <a:pt x="120477" y="20761"/>
                </a:lnTo>
                <a:lnTo>
                  <a:pt x="119966" y="21682"/>
                </a:lnTo>
                <a:lnTo>
                  <a:pt x="119761" y="22091"/>
                </a:lnTo>
                <a:lnTo>
                  <a:pt x="119864" y="22091"/>
                </a:lnTo>
                <a:lnTo>
                  <a:pt x="119557" y="22295"/>
                </a:lnTo>
                <a:lnTo>
                  <a:pt x="120273" y="22193"/>
                </a:lnTo>
                <a:lnTo>
                  <a:pt x="119966" y="23523"/>
                </a:lnTo>
                <a:lnTo>
                  <a:pt x="120170" y="23011"/>
                </a:lnTo>
                <a:lnTo>
                  <a:pt x="120580" y="22807"/>
                </a:lnTo>
                <a:lnTo>
                  <a:pt x="120682" y="23011"/>
                </a:lnTo>
                <a:lnTo>
                  <a:pt x="120375" y="24239"/>
                </a:lnTo>
                <a:lnTo>
                  <a:pt x="121807" y="23932"/>
                </a:lnTo>
                <a:lnTo>
                  <a:pt x="122011" y="25568"/>
                </a:lnTo>
                <a:lnTo>
                  <a:pt x="120580" y="26080"/>
                </a:lnTo>
                <a:lnTo>
                  <a:pt x="120580" y="26080"/>
                </a:lnTo>
                <a:lnTo>
                  <a:pt x="120989" y="25977"/>
                </a:lnTo>
                <a:lnTo>
                  <a:pt x="121091" y="26284"/>
                </a:lnTo>
                <a:lnTo>
                  <a:pt x="120068" y="27000"/>
                </a:lnTo>
                <a:lnTo>
                  <a:pt x="120989" y="27205"/>
                </a:lnTo>
                <a:lnTo>
                  <a:pt x="120886" y="27307"/>
                </a:lnTo>
                <a:lnTo>
                  <a:pt x="121602" y="27409"/>
                </a:lnTo>
                <a:lnTo>
                  <a:pt x="122216" y="27102"/>
                </a:lnTo>
                <a:lnTo>
                  <a:pt x="121602" y="27614"/>
                </a:lnTo>
                <a:lnTo>
                  <a:pt x="120989" y="27614"/>
                </a:lnTo>
                <a:lnTo>
                  <a:pt x="119761" y="28739"/>
                </a:lnTo>
                <a:lnTo>
                  <a:pt x="120068" y="28841"/>
                </a:lnTo>
                <a:lnTo>
                  <a:pt x="120375" y="28534"/>
                </a:lnTo>
                <a:lnTo>
                  <a:pt x="121091" y="28534"/>
                </a:lnTo>
                <a:lnTo>
                  <a:pt x="121807" y="28125"/>
                </a:lnTo>
                <a:lnTo>
                  <a:pt x="122625" y="28227"/>
                </a:lnTo>
                <a:lnTo>
                  <a:pt x="122523" y="28125"/>
                </a:lnTo>
                <a:lnTo>
                  <a:pt x="123136" y="28023"/>
                </a:lnTo>
                <a:lnTo>
                  <a:pt x="123034" y="27920"/>
                </a:lnTo>
                <a:lnTo>
                  <a:pt x="124773" y="27920"/>
                </a:lnTo>
                <a:lnTo>
                  <a:pt x="125182" y="27409"/>
                </a:lnTo>
                <a:lnTo>
                  <a:pt x="124466" y="27409"/>
                </a:lnTo>
                <a:lnTo>
                  <a:pt x="125080" y="26898"/>
                </a:lnTo>
                <a:lnTo>
                  <a:pt x="125284" y="25977"/>
                </a:lnTo>
                <a:lnTo>
                  <a:pt x="124159" y="25977"/>
                </a:lnTo>
                <a:lnTo>
                  <a:pt x="123648" y="25159"/>
                </a:lnTo>
                <a:lnTo>
                  <a:pt x="124261" y="25261"/>
                </a:lnTo>
                <a:lnTo>
                  <a:pt x="124261" y="25261"/>
                </a:lnTo>
                <a:lnTo>
                  <a:pt x="124057" y="24750"/>
                </a:lnTo>
                <a:lnTo>
                  <a:pt x="123239" y="24239"/>
                </a:lnTo>
                <a:lnTo>
                  <a:pt x="122932" y="23420"/>
                </a:lnTo>
                <a:lnTo>
                  <a:pt x="121295" y="22807"/>
                </a:lnTo>
                <a:lnTo>
                  <a:pt x="122011" y="22705"/>
                </a:lnTo>
                <a:lnTo>
                  <a:pt x="121705" y="22602"/>
                </a:lnTo>
                <a:lnTo>
                  <a:pt x="122318" y="22295"/>
                </a:lnTo>
                <a:lnTo>
                  <a:pt x="122830" y="21580"/>
                </a:lnTo>
                <a:lnTo>
                  <a:pt x="121091" y="21375"/>
                </a:lnTo>
                <a:lnTo>
                  <a:pt x="121295" y="21170"/>
                </a:lnTo>
                <a:lnTo>
                  <a:pt x="121193" y="21170"/>
                </a:lnTo>
                <a:lnTo>
                  <a:pt x="121807" y="20659"/>
                </a:lnTo>
                <a:lnTo>
                  <a:pt x="121398" y="20455"/>
                </a:lnTo>
                <a:close/>
                <a:moveTo>
                  <a:pt x="23830" y="27920"/>
                </a:moveTo>
                <a:lnTo>
                  <a:pt x="23523" y="28330"/>
                </a:lnTo>
                <a:lnTo>
                  <a:pt x="24034" y="28227"/>
                </a:lnTo>
                <a:lnTo>
                  <a:pt x="23932" y="28432"/>
                </a:lnTo>
                <a:lnTo>
                  <a:pt x="23523" y="28534"/>
                </a:lnTo>
                <a:lnTo>
                  <a:pt x="23625" y="28534"/>
                </a:lnTo>
                <a:lnTo>
                  <a:pt x="23420" y="28739"/>
                </a:lnTo>
                <a:lnTo>
                  <a:pt x="23830" y="28739"/>
                </a:lnTo>
                <a:lnTo>
                  <a:pt x="23932" y="28636"/>
                </a:lnTo>
                <a:lnTo>
                  <a:pt x="24034" y="28943"/>
                </a:lnTo>
                <a:lnTo>
                  <a:pt x="24443" y="29148"/>
                </a:lnTo>
                <a:lnTo>
                  <a:pt x="24034" y="29455"/>
                </a:lnTo>
                <a:lnTo>
                  <a:pt x="24443" y="29455"/>
                </a:lnTo>
                <a:lnTo>
                  <a:pt x="24341" y="29557"/>
                </a:lnTo>
                <a:lnTo>
                  <a:pt x="24545" y="29659"/>
                </a:lnTo>
                <a:lnTo>
                  <a:pt x="24341" y="29761"/>
                </a:lnTo>
                <a:lnTo>
                  <a:pt x="25261" y="29557"/>
                </a:lnTo>
                <a:lnTo>
                  <a:pt x="25057" y="30273"/>
                </a:lnTo>
                <a:lnTo>
                  <a:pt x="25057" y="30273"/>
                </a:lnTo>
                <a:lnTo>
                  <a:pt x="25875" y="30170"/>
                </a:lnTo>
                <a:lnTo>
                  <a:pt x="25466" y="28534"/>
                </a:lnTo>
                <a:lnTo>
                  <a:pt x="23830" y="27920"/>
                </a:lnTo>
                <a:close/>
                <a:moveTo>
                  <a:pt x="25875" y="30170"/>
                </a:moveTo>
                <a:lnTo>
                  <a:pt x="25875" y="30273"/>
                </a:lnTo>
                <a:lnTo>
                  <a:pt x="25977" y="30170"/>
                </a:lnTo>
                <a:close/>
                <a:moveTo>
                  <a:pt x="72102" y="30989"/>
                </a:moveTo>
                <a:lnTo>
                  <a:pt x="72146" y="31003"/>
                </a:lnTo>
                <a:lnTo>
                  <a:pt x="72146" y="31003"/>
                </a:lnTo>
                <a:lnTo>
                  <a:pt x="72205" y="30989"/>
                </a:lnTo>
                <a:close/>
                <a:moveTo>
                  <a:pt x="25568" y="31398"/>
                </a:moveTo>
                <a:lnTo>
                  <a:pt x="25364" y="31500"/>
                </a:lnTo>
                <a:lnTo>
                  <a:pt x="25364" y="31500"/>
                </a:lnTo>
                <a:lnTo>
                  <a:pt x="25466" y="31398"/>
                </a:lnTo>
                <a:close/>
                <a:moveTo>
                  <a:pt x="80386" y="31500"/>
                </a:moveTo>
                <a:lnTo>
                  <a:pt x="80386" y="31500"/>
                </a:lnTo>
                <a:lnTo>
                  <a:pt x="80386" y="31500"/>
                </a:lnTo>
                <a:close/>
                <a:moveTo>
                  <a:pt x="80693" y="27307"/>
                </a:moveTo>
                <a:lnTo>
                  <a:pt x="80182" y="27409"/>
                </a:lnTo>
                <a:lnTo>
                  <a:pt x="78136" y="29864"/>
                </a:lnTo>
                <a:lnTo>
                  <a:pt x="77625" y="29966"/>
                </a:lnTo>
                <a:lnTo>
                  <a:pt x="77318" y="30170"/>
                </a:lnTo>
                <a:lnTo>
                  <a:pt x="77420" y="30068"/>
                </a:lnTo>
                <a:lnTo>
                  <a:pt x="77011" y="30273"/>
                </a:lnTo>
                <a:lnTo>
                  <a:pt x="77727" y="30273"/>
                </a:lnTo>
                <a:lnTo>
                  <a:pt x="76705" y="30989"/>
                </a:lnTo>
                <a:lnTo>
                  <a:pt x="79466" y="30989"/>
                </a:lnTo>
                <a:lnTo>
                  <a:pt x="79159" y="31295"/>
                </a:lnTo>
                <a:lnTo>
                  <a:pt x="80284" y="31193"/>
                </a:lnTo>
                <a:lnTo>
                  <a:pt x="79261" y="32011"/>
                </a:lnTo>
                <a:lnTo>
                  <a:pt x="80489" y="31295"/>
                </a:lnTo>
                <a:lnTo>
                  <a:pt x="80386" y="31500"/>
                </a:lnTo>
                <a:lnTo>
                  <a:pt x="80795" y="30989"/>
                </a:lnTo>
                <a:lnTo>
                  <a:pt x="81000" y="31398"/>
                </a:lnTo>
                <a:lnTo>
                  <a:pt x="80591" y="32011"/>
                </a:lnTo>
                <a:lnTo>
                  <a:pt x="81102" y="31705"/>
                </a:lnTo>
                <a:lnTo>
                  <a:pt x="81000" y="32216"/>
                </a:lnTo>
                <a:lnTo>
                  <a:pt x="81000" y="32216"/>
                </a:lnTo>
                <a:lnTo>
                  <a:pt x="81409" y="32114"/>
                </a:lnTo>
                <a:lnTo>
                  <a:pt x="81920" y="31091"/>
                </a:lnTo>
                <a:lnTo>
                  <a:pt x="81511" y="31398"/>
                </a:lnTo>
                <a:lnTo>
                  <a:pt x="81920" y="30682"/>
                </a:lnTo>
                <a:lnTo>
                  <a:pt x="81205" y="31193"/>
                </a:lnTo>
                <a:lnTo>
                  <a:pt x="81205" y="31193"/>
                </a:lnTo>
                <a:lnTo>
                  <a:pt x="81307" y="30784"/>
                </a:lnTo>
                <a:lnTo>
                  <a:pt x="81102" y="30784"/>
                </a:lnTo>
                <a:lnTo>
                  <a:pt x="81920" y="30170"/>
                </a:lnTo>
                <a:lnTo>
                  <a:pt x="81920" y="30170"/>
                </a:lnTo>
                <a:lnTo>
                  <a:pt x="81000" y="30477"/>
                </a:lnTo>
                <a:lnTo>
                  <a:pt x="81409" y="30170"/>
                </a:lnTo>
                <a:lnTo>
                  <a:pt x="81205" y="30068"/>
                </a:lnTo>
                <a:lnTo>
                  <a:pt x="81307" y="29966"/>
                </a:lnTo>
                <a:lnTo>
                  <a:pt x="81102" y="30068"/>
                </a:lnTo>
                <a:lnTo>
                  <a:pt x="81716" y="29557"/>
                </a:lnTo>
                <a:lnTo>
                  <a:pt x="81000" y="29455"/>
                </a:lnTo>
                <a:lnTo>
                  <a:pt x="81102" y="29250"/>
                </a:lnTo>
                <a:lnTo>
                  <a:pt x="80284" y="29761"/>
                </a:lnTo>
                <a:lnTo>
                  <a:pt x="80489" y="29250"/>
                </a:lnTo>
                <a:lnTo>
                  <a:pt x="80489" y="29250"/>
                </a:lnTo>
                <a:lnTo>
                  <a:pt x="80284" y="29455"/>
                </a:lnTo>
                <a:lnTo>
                  <a:pt x="80386" y="29352"/>
                </a:lnTo>
                <a:lnTo>
                  <a:pt x="79773" y="29352"/>
                </a:lnTo>
                <a:lnTo>
                  <a:pt x="79977" y="29148"/>
                </a:lnTo>
                <a:lnTo>
                  <a:pt x="79773" y="29250"/>
                </a:lnTo>
                <a:lnTo>
                  <a:pt x="80386" y="28841"/>
                </a:lnTo>
                <a:lnTo>
                  <a:pt x="79261" y="29250"/>
                </a:lnTo>
                <a:lnTo>
                  <a:pt x="80489" y="27716"/>
                </a:lnTo>
                <a:lnTo>
                  <a:pt x="80591" y="27511"/>
                </a:lnTo>
                <a:lnTo>
                  <a:pt x="80898" y="27307"/>
                </a:lnTo>
                <a:close/>
                <a:moveTo>
                  <a:pt x="239523" y="32216"/>
                </a:moveTo>
                <a:lnTo>
                  <a:pt x="240239" y="32830"/>
                </a:lnTo>
                <a:lnTo>
                  <a:pt x="239727" y="32318"/>
                </a:lnTo>
                <a:lnTo>
                  <a:pt x="239523" y="32216"/>
                </a:lnTo>
                <a:close/>
                <a:moveTo>
                  <a:pt x="232875" y="24443"/>
                </a:moveTo>
                <a:lnTo>
                  <a:pt x="232773" y="24648"/>
                </a:lnTo>
                <a:lnTo>
                  <a:pt x="233591" y="25159"/>
                </a:lnTo>
                <a:lnTo>
                  <a:pt x="233489" y="25261"/>
                </a:lnTo>
                <a:lnTo>
                  <a:pt x="233386" y="25364"/>
                </a:lnTo>
                <a:lnTo>
                  <a:pt x="234511" y="27102"/>
                </a:lnTo>
                <a:lnTo>
                  <a:pt x="239216" y="32932"/>
                </a:lnTo>
                <a:lnTo>
                  <a:pt x="239114" y="32114"/>
                </a:lnTo>
                <a:lnTo>
                  <a:pt x="239523" y="32216"/>
                </a:lnTo>
                <a:lnTo>
                  <a:pt x="239523" y="32216"/>
                </a:lnTo>
                <a:lnTo>
                  <a:pt x="238193" y="31091"/>
                </a:lnTo>
                <a:lnTo>
                  <a:pt x="237784" y="29557"/>
                </a:lnTo>
                <a:lnTo>
                  <a:pt x="239318" y="30170"/>
                </a:lnTo>
                <a:lnTo>
                  <a:pt x="232875" y="24443"/>
                </a:lnTo>
                <a:close/>
                <a:moveTo>
                  <a:pt x="244841" y="33341"/>
                </a:moveTo>
                <a:lnTo>
                  <a:pt x="244330" y="33443"/>
                </a:lnTo>
                <a:lnTo>
                  <a:pt x="244432" y="33648"/>
                </a:lnTo>
                <a:lnTo>
                  <a:pt x="244125" y="34364"/>
                </a:lnTo>
                <a:lnTo>
                  <a:pt x="244125" y="34466"/>
                </a:lnTo>
                <a:lnTo>
                  <a:pt x="244330" y="33955"/>
                </a:lnTo>
                <a:lnTo>
                  <a:pt x="245045" y="33545"/>
                </a:lnTo>
                <a:lnTo>
                  <a:pt x="244841" y="33341"/>
                </a:lnTo>
                <a:close/>
                <a:moveTo>
                  <a:pt x="243409" y="34466"/>
                </a:moveTo>
                <a:lnTo>
                  <a:pt x="243409" y="35080"/>
                </a:lnTo>
                <a:lnTo>
                  <a:pt x="243614" y="35284"/>
                </a:lnTo>
                <a:lnTo>
                  <a:pt x="243920" y="34466"/>
                </a:lnTo>
                <a:close/>
                <a:moveTo>
                  <a:pt x="54102" y="29864"/>
                </a:moveTo>
                <a:lnTo>
                  <a:pt x="56352" y="30886"/>
                </a:lnTo>
                <a:lnTo>
                  <a:pt x="56045" y="31193"/>
                </a:lnTo>
                <a:lnTo>
                  <a:pt x="56250" y="31602"/>
                </a:lnTo>
                <a:lnTo>
                  <a:pt x="56045" y="31807"/>
                </a:lnTo>
                <a:lnTo>
                  <a:pt x="56250" y="32011"/>
                </a:lnTo>
                <a:lnTo>
                  <a:pt x="56045" y="32114"/>
                </a:lnTo>
                <a:lnTo>
                  <a:pt x="56148" y="32114"/>
                </a:lnTo>
                <a:lnTo>
                  <a:pt x="55943" y="32318"/>
                </a:lnTo>
                <a:lnTo>
                  <a:pt x="58193" y="32727"/>
                </a:lnTo>
                <a:lnTo>
                  <a:pt x="58091" y="32830"/>
                </a:lnTo>
                <a:lnTo>
                  <a:pt x="58500" y="32830"/>
                </a:lnTo>
                <a:lnTo>
                  <a:pt x="58500" y="32932"/>
                </a:lnTo>
                <a:lnTo>
                  <a:pt x="58909" y="33239"/>
                </a:lnTo>
                <a:lnTo>
                  <a:pt x="59114" y="34057"/>
                </a:lnTo>
                <a:lnTo>
                  <a:pt x="59216" y="34057"/>
                </a:lnTo>
                <a:lnTo>
                  <a:pt x="59216" y="34159"/>
                </a:lnTo>
                <a:lnTo>
                  <a:pt x="59011" y="34057"/>
                </a:lnTo>
                <a:lnTo>
                  <a:pt x="58807" y="34364"/>
                </a:lnTo>
                <a:lnTo>
                  <a:pt x="58091" y="34261"/>
                </a:lnTo>
                <a:lnTo>
                  <a:pt x="57989" y="34159"/>
                </a:lnTo>
                <a:lnTo>
                  <a:pt x="58193" y="33955"/>
                </a:lnTo>
                <a:lnTo>
                  <a:pt x="58091" y="33955"/>
                </a:lnTo>
                <a:lnTo>
                  <a:pt x="58091" y="33648"/>
                </a:lnTo>
                <a:lnTo>
                  <a:pt x="57682" y="33648"/>
                </a:lnTo>
                <a:lnTo>
                  <a:pt x="56250" y="35898"/>
                </a:lnTo>
                <a:lnTo>
                  <a:pt x="56045" y="34875"/>
                </a:lnTo>
                <a:lnTo>
                  <a:pt x="55330" y="35182"/>
                </a:lnTo>
                <a:lnTo>
                  <a:pt x="55330" y="35182"/>
                </a:lnTo>
                <a:lnTo>
                  <a:pt x="56352" y="33750"/>
                </a:lnTo>
                <a:lnTo>
                  <a:pt x="56250" y="33443"/>
                </a:lnTo>
                <a:lnTo>
                  <a:pt x="55330" y="33136"/>
                </a:lnTo>
                <a:lnTo>
                  <a:pt x="54409" y="34159"/>
                </a:lnTo>
                <a:lnTo>
                  <a:pt x="54614" y="33648"/>
                </a:lnTo>
                <a:lnTo>
                  <a:pt x="52568" y="36818"/>
                </a:lnTo>
                <a:lnTo>
                  <a:pt x="51545" y="37125"/>
                </a:lnTo>
                <a:lnTo>
                  <a:pt x="52773" y="34364"/>
                </a:lnTo>
                <a:lnTo>
                  <a:pt x="52364" y="34364"/>
                </a:lnTo>
                <a:lnTo>
                  <a:pt x="53693" y="32932"/>
                </a:lnTo>
                <a:lnTo>
                  <a:pt x="53693" y="33136"/>
                </a:lnTo>
                <a:lnTo>
                  <a:pt x="54102" y="32932"/>
                </a:lnTo>
                <a:lnTo>
                  <a:pt x="53898" y="33239"/>
                </a:lnTo>
                <a:lnTo>
                  <a:pt x="53898" y="33239"/>
                </a:lnTo>
                <a:lnTo>
                  <a:pt x="55125" y="32727"/>
                </a:lnTo>
                <a:lnTo>
                  <a:pt x="55534" y="32932"/>
                </a:lnTo>
                <a:lnTo>
                  <a:pt x="55636" y="32830"/>
                </a:lnTo>
                <a:lnTo>
                  <a:pt x="56250" y="32830"/>
                </a:lnTo>
                <a:lnTo>
                  <a:pt x="55534" y="32318"/>
                </a:lnTo>
                <a:lnTo>
                  <a:pt x="55739" y="32114"/>
                </a:lnTo>
                <a:lnTo>
                  <a:pt x="53693" y="32318"/>
                </a:lnTo>
                <a:lnTo>
                  <a:pt x="53591" y="32011"/>
                </a:lnTo>
                <a:lnTo>
                  <a:pt x="52977" y="32011"/>
                </a:lnTo>
                <a:lnTo>
                  <a:pt x="52977" y="31602"/>
                </a:lnTo>
                <a:lnTo>
                  <a:pt x="50830" y="32216"/>
                </a:lnTo>
                <a:lnTo>
                  <a:pt x="50830" y="31909"/>
                </a:lnTo>
                <a:lnTo>
                  <a:pt x="50011" y="32011"/>
                </a:lnTo>
                <a:lnTo>
                  <a:pt x="53489" y="30273"/>
                </a:lnTo>
                <a:lnTo>
                  <a:pt x="53489" y="30273"/>
                </a:lnTo>
                <a:lnTo>
                  <a:pt x="53693" y="30068"/>
                </a:lnTo>
                <a:lnTo>
                  <a:pt x="53898" y="30068"/>
                </a:lnTo>
                <a:lnTo>
                  <a:pt x="53591" y="30375"/>
                </a:lnTo>
                <a:lnTo>
                  <a:pt x="54102" y="30068"/>
                </a:lnTo>
                <a:lnTo>
                  <a:pt x="54102" y="29864"/>
                </a:lnTo>
                <a:close/>
                <a:moveTo>
                  <a:pt x="131932" y="36000"/>
                </a:moveTo>
                <a:lnTo>
                  <a:pt x="131830" y="36205"/>
                </a:lnTo>
                <a:lnTo>
                  <a:pt x="131216" y="36511"/>
                </a:lnTo>
                <a:lnTo>
                  <a:pt x="131318" y="36614"/>
                </a:lnTo>
                <a:lnTo>
                  <a:pt x="131318" y="37023"/>
                </a:lnTo>
                <a:lnTo>
                  <a:pt x="131830" y="37432"/>
                </a:lnTo>
                <a:lnTo>
                  <a:pt x="131932" y="36000"/>
                </a:lnTo>
                <a:close/>
                <a:moveTo>
                  <a:pt x="239216" y="33443"/>
                </a:moveTo>
                <a:lnTo>
                  <a:pt x="240341" y="35693"/>
                </a:lnTo>
                <a:lnTo>
                  <a:pt x="239625" y="35591"/>
                </a:lnTo>
                <a:lnTo>
                  <a:pt x="239625" y="36205"/>
                </a:lnTo>
                <a:lnTo>
                  <a:pt x="240750" y="37432"/>
                </a:lnTo>
                <a:lnTo>
                  <a:pt x="240750" y="37125"/>
                </a:lnTo>
                <a:lnTo>
                  <a:pt x="241159" y="37125"/>
                </a:lnTo>
                <a:lnTo>
                  <a:pt x="240239" y="36614"/>
                </a:lnTo>
                <a:lnTo>
                  <a:pt x="240341" y="36307"/>
                </a:lnTo>
                <a:lnTo>
                  <a:pt x="240750" y="36511"/>
                </a:lnTo>
                <a:lnTo>
                  <a:pt x="241364" y="36409"/>
                </a:lnTo>
                <a:lnTo>
                  <a:pt x="242795" y="36920"/>
                </a:lnTo>
                <a:lnTo>
                  <a:pt x="242693" y="36409"/>
                </a:lnTo>
                <a:lnTo>
                  <a:pt x="244023" y="35489"/>
                </a:lnTo>
                <a:lnTo>
                  <a:pt x="243716" y="35591"/>
                </a:lnTo>
                <a:lnTo>
                  <a:pt x="243205" y="35284"/>
                </a:lnTo>
                <a:lnTo>
                  <a:pt x="242898" y="34568"/>
                </a:lnTo>
                <a:lnTo>
                  <a:pt x="242284" y="34875"/>
                </a:lnTo>
                <a:lnTo>
                  <a:pt x="239216" y="33443"/>
                </a:lnTo>
                <a:close/>
                <a:moveTo>
                  <a:pt x="143693" y="38659"/>
                </a:moveTo>
                <a:lnTo>
                  <a:pt x="144000" y="38864"/>
                </a:lnTo>
                <a:lnTo>
                  <a:pt x="143740" y="38678"/>
                </a:lnTo>
                <a:lnTo>
                  <a:pt x="143740" y="38678"/>
                </a:lnTo>
                <a:lnTo>
                  <a:pt x="143693" y="38659"/>
                </a:lnTo>
                <a:close/>
                <a:moveTo>
                  <a:pt x="155250" y="31602"/>
                </a:moveTo>
                <a:lnTo>
                  <a:pt x="155148" y="31705"/>
                </a:lnTo>
                <a:lnTo>
                  <a:pt x="155659" y="31705"/>
                </a:lnTo>
                <a:lnTo>
                  <a:pt x="155148" y="32011"/>
                </a:lnTo>
                <a:lnTo>
                  <a:pt x="155148" y="32216"/>
                </a:lnTo>
                <a:lnTo>
                  <a:pt x="154636" y="32216"/>
                </a:lnTo>
                <a:lnTo>
                  <a:pt x="155250" y="32727"/>
                </a:lnTo>
                <a:lnTo>
                  <a:pt x="154943" y="32932"/>
                </a:lnTo>
                <a:lnTo>
                  <a:pt x="154739" y="33341"/>
                </a:lnTo>
                <a:lnTo>
                  <a:pt x="154023" y="33443"/>
                </a:lnTo>
                <a:lnTo>
                  <a:pt x="154125" y="33545"/>
                </a:lnTo>
                <a:lnTo>
                  <a:pt x="153920" y="33648"/>
                </a:lnTo>
                <a:lnTo>
                  <a:pt x="158318" y="36205"/>
                </a:lnTo>
                <a:lnTo>
                  <a:pt x="158318" y="37636"/>
                </a:lnTo>
                <a:lnTo>
                  <a:pt x="148398" y="37636"/>
                </a:lnTo>
                <a:lnTo>
                  <a:pt x="149011" y="38148"/>
                </a:lnTo>
                <a:lnTo>
                  <a:pt x="148193" y="38352"/>
                </a:lnTo>
                <a:lnTo>
                  <a:pt x="148398" y="38455"/>
                </a:lnTo>
                <a:lnTo>
                  <a:pt x="147477" y="38557"/>
                </a:lnTo>
                <a:lnTo>
                  <a:pt x="147273" y="38455"/>
                </a:lnTo>
                <a:lnTo>
                  <a:pt x="147273" y="38455"/>
                </a:lnTo>
                <a:lnTo>
                  <a:pt x="147375" y="38557"/>
                </a:lnTo>
                <a:lnTo>
                  <a:pt x="146761" y="38455"/>
                </a:lnTo>
                <a:lnTo>
                  <a:pt x="146045" y="38864"/>
                </a:lnTo>
                <a:lnTo>
                  <a:pt x="146045" y="38864"/>
                </a:lnTo>
                <a:lnTo>
                  <a:pt x="147580" y="37841"/>
                </a:lnTo>
                <a:lnTo>
                  <a:pt x="148091" y="37943"/>
                </a:lnTo>
                <a:lnTo>
                  <a:pt x="148091" y="37943"/>
                </a:lnTo>
                <a:lnTo>
                  <a:pt x="146864" y="36409"/>
                </a:lnTo>
                <a:lnTo>
                  <a:pt x="147682" y="34364"/>
                </a:lnTo>
                <a:lnTo>
                  <a:pt x="147886" y="33955"/>
                </a:lnTo>
                <a:lnTo>
                  <a:pt x="147886" y="34159"/>
                </a:lnTo>
                <a:lnTo>
                  <a:pt x="148295" y="33545"/>
                </a:lnTo>
                <a:lnTo>
                  <a:pt x="148193" y="33239"/>
                </a:lnTo>
                <a:lnTo>
                  <a:pt x="149523" y="32011"/>
                </a:lnTo>
                <a:lnTo>
                  <a:pt x="149830" y="32114"/>
                </a:lnTo>
                <a:lnTo>
                  <a:pt x="149625" y="31602"/>
                </a:lnTo>
                <a:lnTo>
                  <a:pt x="150443" y="32216"/>
                </a:lnTo>
                <a:lnTo>
                  <a:pt x="149625" y="32318"/>
                </a:lnTo>
                <a:lnTo>
                  <a:pt x="150341" y="32727"/>
                </a:lnTo>
                <a:lnTo>
                  <a:pt x="151159" y="32727"/>
                </a:lnTo>
                <a:lnTo>
                  <a:pt x="151261" y="33034"/>
                </a:lnTo>
                <a:lnTo>
                  <a:pt x="150545" y="33443"/>
                </a:lnTo>
                <a:lnTo>
                  <a:pt x="151466" y="33852"/>
                </a:lnTo>
                <a:lnTo>
                  <a:pt x="151466" y="34364"/>
                </a:lnTo>
                <a:lnTo>
                  <a:pt x="152080" y="34364"/>
                </a:lnTo>
                <a:lnTo>
                  <a:pt x="153102" y="33750"/>
                </a:lnTo>
                <a:lnTo>
                  <a:pt x="153614" y="33852"/>
                </a:lnTo>
                <a:lnTo>
                  <a:pt x="153818" y="33443"/>
                </a:lnTo>
                <a:lnTo>
                  <a:pt x="152795" y="33443"/>
                </a:lnTo>
                <a:lnTo>
                  <a:pt x="152386" y="32830"/>
                </a:lnTo>
                <a:lnTo>
                  <a:pt x="152591" y="32420"/>
                </a:lnTo>
                <a:lnTo>
                  <a:pt x="152489" y="32727"/>
                </a:lnTo>
                <a:lnTo>
                  <a:pt x="152489" y="32727"/>
                </a:lnTo>
                <a:lnTo>
                  <a:pt x="155250" y="31602"/>
                </a:lnTo>
                <a:close/>
                <a:moveTo>
                  <a:pt x="144000" y="38864"/>
                </a:moveTo>
                <a:lnTo>
                  <a:pt x="144000" y="38864"/>
                </a:lnTo>
                <a:lnTo>
                  <a:pt x="144000" y="38864"/>
                </a:lnTo>
                <a:close/>
                <a:moveTo>
                  <a:pt x="144000" y="38864"/>
                </a:moveTo>
                <a:lnTo>
                  <a:pt x="144000" y="38864"/>
                </a:lnTo>
                <a:lnTo>
                  <a:pt x="144000" y="38864"/>
                </a:lnTo>
                <a:close/>
                <a:moveTo>
                  <a:pt x="131011" y="37943"/>
                </a:moveTo>
                <a:lnTo>
                  <a:pt x="131011" y="38250"/>
                </a:lnTo>
                <a:lnTo>
                  <a:pt x="131216" y="39580"/>
                </a:lnTo>
                <a:lnTo>
                  <a:pt x="132136" y="39682"/>
                </a:lnTo>
                <a:lnTo>
                  <a:pt x="132136" y="37943"/>
                </a:lnTo>
                <a:close/>
                <a:moveTo>
                  <a:pt x="165580" y="31807"/>
                </a:moveTo>
                <a:lnTo>
                  <a:pt x="166091" y="32011"/>
                </a:lnTo>
                <a:lnTo>
                  <a:pt x="166295" y="31909"/>
                </a:lnTo>
                <a:lnTo>
                  <a:pt x="166705" y="31909"/>
                </a:lnTo>
                <a:lnTo>
                  <a:pt x="167420" y="33545"/>
                </a:lnTo>
                <a:lnTo>
                  <a:pt x="165886" y="33545"/>
                </a:lnTo>
                <a:lnTo>
                  <a:pt x="166193" y="34364"/>
                </a:lnTo>
                <a:lnTo>
                  <a:pt x="165273" y="34568"/>
                </a:lnTo>
                <a:lnTo>
                  <a:pt x="165682" y="34670"/>
                </a:lnTo>
                <a:lnTo>
                  <a:pt x="166398" y="35693"/>
                </a:lnTo>
                <a:lnTo>
                  <a:pt x="166705" y="35795"/>
                </a:lnTo>
                <a:lnTo>
                  <a:pt x="166909" y="36000"/>
                </a:lnTo>
                <a:lnTo>
                  <a:pt x="167420" y="36102"/>
                </a:lnTo>
                <a:lnTo>
                  <a:pt x="168136" y="37739"/>
                </a:lnTo>
                <a:lnTo>
                  <a:pt x="168136" y="36818"/>
                </a:lnTo>
                <a:lnTo>
                  <a:pt x="169670" y="37841"/>
                </a:lnTo>
                <a:lnTo>
                  <a:pt x="169466" y="38250"/>
                </a:lnTo>
                <a:lnTo>
                  <a:pt x="168239" y="37841"/>
                </a:lnTo>
                <a:lnTo>
                  <a:pt x="168648" y="39068"/>
                </a:lnTo>
                <a:lnTo>
                  <a:pt x="168955" y="38864"/>
                </a:lnTo>
                <a:lnTo>
                  <a:pt x="169159" y="39273"/>
                </a:lnTo>
                <a:lnTo>
                  <a:pt x="168852" y="39273"/>
                </a:lnTo>
                <a:lnTo>
                  <a:pt x="168852" y="39580"/>
                </a:lnTo>
                <a:lnTo>
                  <a:pt x="169261" y="39682"/>
                </a:lnTo>
                <a:lnTo>
                  <a:pt x="169773" y="42034"/>
                </a:lnTo>
                <a:lnTo>
                  <a:pt x="169977" y="42034"/>
                </a:lnTo>
                <a:lnTo>
                  <a:pt x="169773" y="42136"/>
                </a:lnTo>
                <a:lnTo>
                  <a:pt x="169773" y="42034"/>
                </a:lnTo>
                <a:lnTo>
                  <a:pt x="167420" y="42136"/>
                </a:lnTo>
                <a:lnTo>
                  <a:pt x="165580" y="41114"/>
                </a:lnTo>
                <a:lnTo>
                  <a:pt x="165375" y="39682"/>
                </a:lnTo>
                <a:lnTo>
                  <a:pt x="165375" y="39682"/>
                </a:lnTo>
                <a:lnTo>
                  <a:pt x="165477" y="39886"/>
                </a:lnTo>
                <a:lnTo>
                  <a:pt x="166295" y="38659"/>
                </a:lnTo>
                <a:lnTo>
                  <a:pt x="163227" y="35693"/>
                </a:lnTo>
                <a:lnTo>
                  <a:pt x="163227" y="35080"/>
                </a:lnTo>
                <a:lnTo>
                  <a:pt x="163125" y="35386"/>
                </a:lnTo>
                <a:lnTo>
                  <a:pt x="162307" y="34261"/>
                </a:lnTo>
                <a:lnTo>
                  <a:pt x="162409" y="34057"/>
                </a:lnTo>
                <a:lnTo>
                  <a:pt x="162511" y="34057"/>
                </a:lnTo>
                <a:lnTo>
                  <a:pt x="162614" y="33136"/>
                </a:lnTo>
                <a:lnTo>
                  <a:pt x="162818" y="33239"/>
                </a:lnTo>
                <a:lnTo>
                  <a:pt x="163636" y="32932"/>
                </a:lnTo>
                <a:lnTo>
                  <a:pt x="163534" y="32727"/>
                </a:lnTo>
                <a:lnTo>
                  <a:pt x="163943" y="32523"/>
                </a:lnTo>
                <a:lnTo>
                  <a:pt x="164045" y="32420"/>
                </a:lnTo>
                <a:lnTo>
                  <a:pt x="163943" y="32318"/>
                </a:lnTo>
                <a:lnTo>
                  <a:pt x="165580" y="31807"/>
                </a:lnTo>
                <a:close/>
                <a:moveTo>
                  <a:pt x="137352" y="40602"/>
                </a:moveTo>
                <a:lnTo>
                  <a:pt x="135511" y="40807"/>
                </a:lnTo>
                <a:lnTo>
                  <a:pt x="134898" y="40705"/>
                </a:lnTo>
                <a:lnTo>
                  <a:pt x="137045" y="42239"/>
                </a:lnTo>
                <a:lnTo>
                  <a:pt x="137148" y="41932"/>
                </a:lnTo>
                <a:lnTo>
                  <a:pt x="137045" y="41625"/>
                </a:lnTo>
                <a:lnTo>
                  <a:pt x="137352" y="40602"/>
                </a:lnTo>
                <a:close/>
                <a:moveTo>
                  <a:pt x="146659" y="43670"/>
                </a:moveTo>
                <a:lnTo>
                  <a:pt x="146148" y="43875"/>
                </a:lnTo>
                <a:lnTo>
                  <a:pt x="146250" y="43875"/>
                </a:lnTo>
                <a:lnTo>
                  <a:pt x="146659" y="43670"/>
                </a:lnTo>
                <a:close/>
                <a:moveTo>
                  <a:pt x="144409" y="43364"/>
                </a:moveTo>
                <a:lnTo>
                  <a:pt x="144307" y="43466"/>
                </a:lnTo>
                <a:lnTo>
                  <a:pt x="144307" y="43773"/>
                </a:lnTo>
                <a:lnTo>
                  <a:pt x="145330" y="44080"/>
                </a:lnTo>
                <a:lnTo>
                  <a:pt x="146148" y="43875"/>
                </a:lnTo>
                <a:lnTo>
                  <a:pt x="146045" y="43670"/>
                </a:lnTo>
                <a:lnTo>
                  <a:pt x="144716" y="43568"/>
                </a:lnTo>
                <a:lnTo>
                  <a:pt x="144818" y="43466"/>
                </a:lnTo>
                <a:lnTo>
                  <a:pt x="144409" y="43364"/>
                </a:lnTo>
                <a:close/>
                <a:moveTo>
                  <a:pt x="153614" y="43364"/>
                </a:moveTo>
                <a:lnTo>
                  <a:pt x="151773" y="43977"/>
                </a:lnTo>
                <a:lnTo>
                  <a:pt x="152489" y="44489"/>
                </a:lnTo>
                <a:lnTo>
                  <a:pt x="153307" y="44080"/>
                </a:lnTo>
                <a:lnTo>
                  <a:pt x="153614" y="43466"/>
                </a:lnTo>
                <a:lnTo>
                  <a:pt x="153614" y="43364"/>
                </a:lnTo>
                <a:close/>
                <a:moveTo>
                  <a:pt x="241568" y="37534"/>
                </a:moveTo>
                <a:lnTo>
                  <a:pt x="241261" y="37636"/>
                </a:lnTo>
                <a:lnTo>
                  <a:pt x="241670" y="37739"/>
                </a:lnTo>
                <a:lnTo>
                  <a:pt x="241466" y="38045"/>
                </a:lnTo>
                <a:lnTo>
                  <a:pt x="240955" y="37636"/>
                </a:lnTo>
                <a:lnTo>
                  <a:pt x="241057" y="37943"/>
                </a:lnTo>
                <a:lnTo>
                  <a:pt x="240955" y="38148"/>
                </a:lnTo>
                <a:lnTo>
                  <a:pt x="241261" y="38864"/>
                </a:lnTo>
                <a:lnTo>
                  <a:pt x="241159" y="38864"/>
                </a:lnTo>
                <a:lnTo>
                  <a:pt x="241875" y="40807"/>
                </a:lnTo>
                <a:lnTo>
                  <a:pt x="241670" y="41114"/>
                </a:lnTo>
                <a:lnTo>
                  <a:pt x="241466" y="41727"/>
                </a:lnTo>
                <a:lnTo>
                  <a:pt x="240955" y="42136"/>
                </a:lnTo>
                <a:lnTo>
                  <a:pt x="240443" y="41932"/>
                </a:lnTo>
                <a:lnTo>
                  <a:pt x="240545" y="41420"/>
                </a:lnTo>
                <a:lnTo>
                  <a:pt x="240545" y="41420"/>
                </a:lnTo>
                <a:lnTo>
                  <a:pt x="240136" y="41727"/>
                </a:lnTo>
                <a:lnTo>
                  <a:pt x="240341" y="43261"/>
                </a:lnTo>
                <a:lnTo>
                  <a:pt x="239727" y="43466"/>
                </a:lnTo>
                <a:lnTo>
                  <a:pt x="239420" y="43364"/>
                </a:lnTo>
                <a:lnTo>
                  <a:pt x="237477" y="43977"/>
                </a:lnTo>
                <a:lnTo>
                  <a:pt x="236761" y="45102"/>
                </a:lnTo>
                <a:lnTo>
                  <a:pt x="237886" y="45205"/>
                </a:lnTo>
                <a:lnTo>
                  <a:pt x="237784" y="44795"/>
                </a:lnTo>
                <a:lnTo>
                  <a:pt x="240341" y="44489"/>
                </a:lnTo>
                <a:lnTo>
                  <a:pt x="240239" y="44795"/>
                </a:lnTo>
                <a:lnTo>
                  <a:pt x="240955" y="45614"/>
                </a:lnTo>
                <a:lnTo>
                  <a:pt x="241670" y="44795"/>
                </a:lnTo>
                <a:lnTo>
                  <a:pt x="241261" y="44080"/>
                </a:lnTo>
                <a:lnTo>
                  <a:pt x="241568" y="44386"/>
                </a:lnTo>
                <a:lnTo>
                  <a:pt x="241568" y="44182"/>
                </a:lnTo>
                <a:lnTo>
                  <a:pt x="241670" y="44489"/>
                </a:lnTo>
                <a:lnTo>
                  <a:pt x="242693" y="44489"/>
                </a:lnTo>
                <a:lnTo>
                  <a:pt x="243102" y="43977"/>
                </a:lnTo>
                <a:lnTo>
                  <a:pt x="243307" y="43977"/>
                </a:lnTo>
                <a:lnTo>
                  <a:pt x="243409" y="43773"/>
                </a:lnTo>
                <a:lnTo>
                  <a:pt x="243614" y="43773"/>
                </a:lnTo>
                <a:lnTo>
                  <a:pt x="243511" y="43364"/>
                </a:lnTo>
                <a:lnTo>
                  <a:pt x="243818" y="43466"/>
                </a:lnTo>
                <a:lnTo>
                  <a:pt x="243818" y="43773"/>
                </a:lnTo>
                <a:lnTo>
                  <a:pt x="244023" y="44182"/>
                </a:lnTo>
                <a:lnTo>
                  <a:pt x="244432" y="43261"/>
                </a:lnTo>
                <a:lnTo>
                  <a:pt x="244023" y="42852"/>
                </a:lnTo>
                <a:lnTo>
                  <a:pt x="243205" y="40602"/>
                </a:lnTo>
                <a:lnTo>
                  <a:pt x="243511" y="40500"/>
                </a:lnTo>
                <a:lnTo>
                  <a:pt x="243409" y="39886"/>
                </a:lnTo>
                <a:lnTo>
                  <a:pt x="243409" y="39784"/>
                </a:lnTo>
                <a:lnTo>
                  <a:pt x="241568" y="37534"/>
                </a:lnTo>
                <a:close/>
                <a:moveTo>
                  <a:pt x="238909" y="44795"/>
                </a:moveTo>
                <a:lnTo>
                  <a:pt x="238807" y="45102"/>
                </a:lnTo>
                <a:lnTo>
                  <a:pt x="238398" y="45000"/>
                </a:lnTo>
                <a:lnTo>
                  <a:pt x="238295" y="45307"/>
                </a:lnTo>
                <a:lnTo>
                  <a:pt x="237989" y="45716"/>
                </a:lnTo>
                <a:lnTo>
                  <a:pt x="238398" y="45920"/>
                </a:lnTo>
                <a:lnTo>
                  <a:pt x="238705" y="46330"/>
                </a:lnTo>
                <a:lnTo>
                  <a:pt x="239523" y="45614"/>
                </a:lnTo>
                <a:lnTo>
                  <a:pt x="239830" y="45818"/>
                </a:lnTo>
                <a:lnTo>
                  <a:pt x="240034" y="45307"/>
                </a:lnTo>
                <a:lnTo>
                  <a:pt x="239625" y="44795"/>
                </a:lnTo>
                <a:close/>
                <a:moveTo>
                  <a:pt x="151875" y="47659"/>
                </a:moveTo>
                <a:lnTo>
                  <a:pt x="151773" y="47761"/>
                </a:lnTo>
                <a:lnTo>
                  <a:pt x="152080" y="47864"/>
                </a:lnTo>
                <a:lnTo>
                  <a:pt x="151875" y="47659"/>
                </a:lnTo>
                <a:close/>
                <a:moveTo>
                  <a:pt x="236455" y="45307"/>
                </a:moveTo>
                <a:lnTo>
                  <a:pt x="236045" y="45614"/>
                </a:lnTo>
                <a:lnTo>
                  <a:pt x="236045" y="45818"/>
                </a:lnTo>
                <a:lnTo>
                  <a:pt x="235943" y="45716"/>
                </a:lnTo>
                <a:lnTo>
                  <a:pt x="236352" y="46227"/>
                </a:lnTo>
                <a:lnTo>
                  <a:pt x="236045" y="46023"/>
                </a:lnTo>
                <a:lnTo>
                  <a:pt x="236352" y="46534"/>
                </a:lnTo>
                <a:lnTo>
                  <a:pt x="236659" y="46227"/>
                </a:lnTo>
                <a:lnTo>
                  <a:pt x="236455" y="46023"/>
                </a:lnTo>
                <a:lnTo>
                  <a:pt x="236659" y="46125"/>
                </a:lnTo>
                <a:lnTo>
                  <a:pt x="236966" y="46534"/>
                </a:lnTo>
                <a:lnTo>
                  <a:pt x="237068" y="47761"/>
                </a:lnTo>
                <a:lnTo>
                  <a:pt x="237580" y="47966"/>
                </a:lnTo>
                <a:lnTo>
                  <a:pt x="237580" y="47455"/>
                </a:lnTo>
                <a:lnTo>
                  <a:pt x="237784" y="48170"/>
                </a:lnTo>
                <a:lnTo>
                  <a:pt x="237886" y="47966"/>
                </a:lnTo>
                <a:lnTo>
                  <a:pt x="237886" y="47761"/>
                </a:lnTo>
                <a:lnTo>
                  <a:pt x="238193" y="47761"/>
                </a:lnTo>
                <a:lnTo>
                  <a:pt x="237886" y="45818"/>
                </a:lnTo>
                <a:lnTo>
                  <a:pt x="237580" y="45818"/>
                </a:lnTo>
                <a:lnTo>
                  <a:pt x="237477" y="45409"/>
                </a:lnTo>
                <a:lnTo>
                  <a:pt x="237273" y="45511"/>
                </a:lnTo>
                <a:lnTo>
                  <a:pt x="236864" y="45307"/>
                </a:lnTo>
                <a:close/>
                <a:moveTo>
                  <a:pt x="49602" y="49398"/>
                </a:moveTo>
                <a:lnTo>
                  <a:pt x="49705" y="49500"/>
                </a:lnTo>
                <a:lnTo>
                  <a:pt x="49655" y="49401"/>
                </a:lnTo>
                <a:lnTo>
                  <a:pt x="49655" y="49401"/>
                </a:lnTo>
                <a:lnTo>
                  <a:pt x="49602" y="49398"/>
                </a:lnTo>
                <a:close/>
                <a:moveTo>
                  <a:pt x="53489" y="53386"/>
                </a:moveTo>
                <a:lnTo>
                  <a:pt x="53485" y="53390"/>
                </a:lnTo>
                <a:lnTo>
                  <a:pt x="53485" y="53390"/>
                </a:lnTo>
                <a:lnTo>
                  <a:pt x="53489" y="53489"/>
                </a:lnTo>
                <a:lnTo>
                  <a:pt x="53489" y="53386"/>
                </a:lnTo>
                <a:close/>
                <a:moveTo>
                  <a:pt x="231648" y="54102"/>
                </a:moveTo>
                <a:lnTo>
                  <a:pt x="231239" y="54205"/>
                </a:lnTo>
                <a:lnTo>
                  <a:pt x="230625" y="55739"/>
                </a:lnTo>
                <a:lnTo>
                  <a:pt x="231648" y="57477"/>
                </a:lnTo>
                <a:lnTo>
                  <a:pt x="231852" y="54511"/>
                </a:lnTo>
                <a:lnTo>
                  <a:pt x="231648" y="54102"/>
                </a:lnTo>
                <a:close/>
                <a:moveTo>
                  <a:pt x="46432" y="57886"/>
                </a:moveTo>
                <a:lnTo>
                  <a:pt x="46432" y="57989"/>
                </a:lnTo>
                <a:lnTo>
                  <a:pt x="46636" y="57886"/>
                </a:lnTo>
                <a:close/>
                <a:moveTo>
                  <a:pt x="176216" y="59114"/>
                </a:moveTo>
                <a:lnTo>
                  <a:pt x="176216" y="59114"/>
                </a:lnTo>
                <a:lnTo>
                  <a:pt x="176216" y="59114"/>
                </a:lnTo>
                <a:close/>
                <a:moveTo>
                  <a:pt x="52057" y="56250"/>
                </a:moveTo>
                <a:lnTo>
                  <a:pt x="49193" y="57170"/>
                </a:lnTo>
                <a:lnTo>
                  <a:pt x="49091" y="57375"/>
                </a:lnTo>
                <a:lnTo>
                  <a:pt x="48682" y="57580"/>
                </a:lnTo>
                <a:lnTo>
                  <a:pt x="48989" y="57477"/>
                </a:lnTo>
                <a:lnTo>
                  <a:pt x="48989" y="57682"/>
                </a:lnTo>
                <a:lnTo>
                  <a:pt x="51443" y="56761"/>
                </a:lnTo>
                <a:lnTo>
                  <a:pt x="51443" y="56761"/>
                </a:lnTo>
                <a:lnTo>
                  <a:pt x="51239" y="56966"/>
                </a:lnTo>
                <a:lnTo>
                  <a:pt x="54205" y="57886"/>
                </a:lnTo>
                <a:lnTo>
                  <a:pt x="54307" y="58500"/>
                </a:lnTo>
                <a:lnTo>
                  <a:pt x="55330" y="58807"/>
                </a:lnTo>
                <a:lnTo>
                  <a:pt x="54818" y="59625"/>
                </a:lnTo>
                <a:lnTo>
                  <a:pt x="54818" y="59625"/>
                </a:lnTo>
                <a:lnTo>
                  <a:pt x="57068" y="59420"/>
                </a:lnTo>
                <a:lnTo>
                  <a:pt x="57170" y="59523"/>
                </a:lnTo>
                <a:lnTo>
                  <a:pt x="57886" y="59420"/>
                </a:lnTo>
                <a:lnTo>
                  <a:pt x="57886" y="59114"/>
                </a:lnTo>
                <a:lnTo>
                  <a:pt x="55739" y="58091"/>
                </a:lnTo>
                <a:lnTo>
                  <a:pt x="55534" y="57886"/>
                </a:lnTo>
                <a:lnTo>
                  <a:pt x="55330" y="57784"/>
                </a:lnTo>
                <a:lnTo>
                  <a:pt x="55534" y="57784"/>
                </a:lnTo>
                <a:lnTo>
                  <a:pt x="55125" y="57580"/>
                </a:lnTo>
                <a:lnTo>
                  <a:pt x="55227" y="57682"/>
                </a:lnTo>
                <a:lnTo>
                  <a:pt x="52057" y="56250"/>
                </a:lnTo>
                <a:close/>
                <a:moveTo>
                  <a:pt x="207307" y="59625"/>
                </a:moveTo>
                <a:lnTo>
                  <a:pt x="207307" y="59625"/>
                </a:lnTo>
                <a:lnTo>
                  <a:pt x="207307" y="59625"/>
                </a:lnTo>
                <a:close/>
                <a:moveTo>
                  <a:pt x="222648" y="59420"/>
                </a:moveTo>
                <a:lnTo>
                  <a:pt x="222648" y="59523"/>
                </a:lnTo>
                <a:lnTo>
                  <a:pt x="221625" y="59727"/>
                </a:lnTo>
                <a:lnTo>
                  <a:pt x="221727" y="59727"/>
                </a:lnTo>
                <a:lnTo>
                  <a:pt x="221216" y="60341"/>
                </a:lnTo>
                <a:lnTo>
                  <a:pt x="221727" y="61159"/>
                </a:lnTo>
                <a:lnTo>
                  <a:pt x="222750" y="60852"/>
                </a:lnTo>
                <a:lnTo>
                  <a:pt x="223159" y="59932"/>
                </a:lnTo>
                <a:lnTo>
                  <a:pt x="222648" y="59420"/>
                </a:lnTo>
                <a:close/>
                <a:moveTo>
                  <a:pt x="54511" y="60955"/>
                </a:moveTo>
                <a:lnTo>
                  <a:pt x="54205" y="61057"/>
                </a:lnTo>
                <a:lnTo>
                  <a:pt x="54614" y="61670"/>
                </a:lnTo>
                <a:lnTo>
                  <a:pt x="55023" y="61773"/>
                </a:lnTo>
                <a:lnTo>
                  <a:pt x="55534" y="61568"/>
                </a:lnTo>
                <a:lnTo>
                  <a:pt x="55943" y="61568"/>
                </a:lnTo>
                <a:lnTo>
                  <a:pt x="54511" y="60955"/>
                </a:lnTo>
                <a:close/>
                <a:moveTo>
                  <a:pt x="58602" y="59727"/>
                </a:moveTo>
                <a:lnTo>
                  <a:pt x="59114" y="60034"/>
                </a:lnTo>
                <a:lnTo>
                  <a:pt x="59114" y="60443"/>
                </a:lnTo>
                <a:lnTo>
                  <a:pt x="59420" y="60955"/>
                </a:lnTo>
                <a:lnTo>
                  <a:pt x="59114" y="61057"/>
                </a:lnTo>
                <a:lnTo>
                  <a:pt x="57784" y="60852"/>
                </a:lnTo>
                <a:lnTo>
                  <a:pt x="57580" y="61159"/>
                </a:lnTo>
                <a:lnTo>
                  <a:pt x="57989" y="61466"/>
                </a:lnTo>
                <a:lnTo>
                  <a:pt x="59420" y="61261"/>
                </a:lnTo>
                <a:lnTo>
                  <a:pt x="59932" y="61568"/>
                </a:lnTo>
                <a:lnTo>
                  <a:pt x="60239" y="61875"/>
                </a:lnTo>
                <a:lnTo>
                  <a:pt x="60545" y="61261"/>
                </a:lnTo>
                <a:lnTo>
                  <a:pt x="62693" y="61261"/>
                </a:lnTo>
                <a:lnTo>
                  <a:pt x="63000" y="60750"/>
                </a:lnTo>
                <a:lnTo>
                  <a:pt x="61977" y="60341"/>
                </a:lnTo>
                <a:lnTo>
                  <a:pt x="62284" y="60239"/>
                </a:lnTo>
                <a:lnTo>
                  <a:pt x="58602" y="59727"/>
                </a:lnTo>
                <a:close/>
                <a:moveTo>
                  <a:pt x="208739" y="63614"/>
                </a:moveTo>
                <a:lnTo>
                  <a:pt x="208739" y="63614"/>
                </a:lnTo>
                <a:lnTo>
                  <a:pt x="208739" y="63614"/>
                </a:lnTo>
                <a:close/>
                <a:moveTo>
                  <a:pt x="48989" y="64227"/>
                </a:moveTo>
                <a:lnTo>
                  <a:pt x="48989" y="64330"/>
                </a:lnTo>
                <a:lnTo>
                  <a:pt x="49091" y="64432"/>
                </a:lnTo>
                <a:lnTo>
                  <a:pt x="49091" y="64432"/>
                </a:lnTo>
                <a:lnTo>
                  <a:pt x="48989" y="64227"/>
                </a:lnTo>
                <a:close/>
                <a:moveTo>
                  <a:pt x="44182" y="66375"/>
                </a:moveTo>
                <a:lnTo>
                  <a:pt x="44386" y="66477"/>
                </a:lnTo>
                <a:lnTo>
                  <a:pt x="44386" y="66477"/>
                </a:lnTo>
                <a:lnTo>
                  <a:pt x="44284" y="66375"/>
                </a:lnTo>
                <a:close/>
                <a:moveTo>
                  <a:pt x="232261" y="60955"/>
                </a:moveTo>
                <a:lnTo>
                  <a:pt x="231955" y="61670"/>
                </a:lnTo>
                <a:lnTo>
                  <a:pt x="232159" y="63511"/>
                </a:lnTo>
                <a:lnTo>
                  <a:pt x="231648" y="63307"/>
                </a:lnTo>
                <a:lnTo>
                  <a:pt x="232364" y="64943"/>
                </a:lnTo>
                <a:lnTo>
                  <a:pt x="232568" y="64739"/>
                </a:lnTo>
                <a:lnTo>
                  <a:pt x="232977" y="65148"/>
                </a:lnTo>
                <a:lnTo>
                  <a:pt x="232773" y="65864"/>
                </a:lnTo>
                <a:lnTo>
                  <a:pt x="233591" y="65966"/>
                </a:lnTo>
                <a:lnTo>
                  <a:pt x="233795" y="65659"/>
                </a:lnTo>
                <a:lnTo>
                  <a:pt x="234716" y="66375"/>
                </a:lnTo>
                <a:lnTo>
                  <a:pt x="234409" y="65761"/>
                </a:lnTo>
                <a:lnTo>
                  <a:pt x="236045" y="67091"/>
                </a:lnTo>
                <a:lnTo>
                  <a:pt x="235432" y="65966"/>
                </a:lnTo>
                <a:lnTo>
                  <a:pt x="235739" y="65864"/>
                </a:lnTo>
                <a:lnTo>
                  <a:pt x="235125" y="65659"/>
                </a:lnTo>
                <a:lnTo>
                  <a:pt x="235125" y="65864"/>
                </a:lnTo>
                <a:lnTo>
                  <a:pt x="234511" y="65352"/>
                </a:lnTo>
                <a:lnTo>
                  <a:pt x="234205" y="65455"/>
                </a:lnTo>
                <a:lnTo>
                  <a:pt x="234307" y="65659"/>
                </a:lnTo>
                <a:lnTo>
                  <a:pt x="233284" y="64330"/>
                </a:lnTo>
                <a:lnTo>
                  <a:pt x="233489" y="63511"/>
                </a:lnTo>
                <a:lnTo>
                  <a:pt x="233795" y="63205"/>
                </a:lnTo>
                <a:lnTo>
                  <a:pt x="233591" y="61159"/>
                </a:lnTo>
                <a:lnTo>
                  <a:pt x="233284" y="61261"/>
                </a:lnTo>
                <a:lnTo>
                  <a:pt x="232261" y="60955"/>
                </a:lnTo>
                <a:close/>
                <a:moveTo>
                  <a:pt x="236045" y="67091"/>
                </a:moveTo>
                <a:lnTo>
                  <a:pt x="236045" y="67091"/>
                </a:lnTo>
                <a:lnTo>
                  <a:pt x="236045" y="67091"/>
                </a:lnTo>
                <a:close/>
                <a:moveTo>
                  <a:pt x="232670" y="66170"/>
                </a:moveTo>
                <a:lnTo>
                  <a:pt x="233693" y="67398"/>
                </a:lnTo>
                <a:lnTo>
                  <a:pt x="233693" y="66580"/>
                </a:lnTo>
                <a:lnTo>
                  <a:pt x="233080" y="66170"/>
                </a:lnTo>
                <a:close/>
                <a:moveTo>
                  <a:pt x="222750" y="67705"/>
                </a:moveTo>
                <a:lnTo>
                  <a:pt x="222750" y="67705"/>
                </a:lnTo>
                <a:lnTo>
                  <a:pt x="222750" y="67705"/>
                </a:lnTo>
                <a:close/>
                <a:moveTo>
                  <a:pt x="222750" y="67705"/>
                </a:moveTo>
                <a:lnTo>
                  <a:pt x="222737" y="67743"/>
                </a:lnTo>
                <a:lnTo>
                  <a:pt x="222750" y="67807"/>
                </a:lnTo>
                <a:lnTo>
                  <a:pt x="222750" y="67705"/>
                </a:lnTo>
                <a:close/>
                <a:moveTo>
                  <a:pt x="235330" y="67091"/>
                </a:moveTo>
                <a:lnTo>
                  <a:pt x="235330" y="67807"/>
                </a:lnTo>
                <a:lnTo>
                  <a:pt x="235739" y="67602"/>
                </a:lnTo>
                <a:lnTo>
                  <a:pt x="236148" y="67909"/>
                </a:lnTo>
                <a:lnTo>
                  <a:pt x="235534" y="67193"/>
                </a:lnTo>
                <a:lnTo>
                  <a:pt x="235330" y="67091"/>
                </a:lnTo>
                <a:close/>
                <a:moveTo>
                  <a:pt x="236250" y="67091"/>
                </a:moveTo>
                <a:lnTo>
                  <a:pt x="237068" y="68420"/>
                </a:lnTo>
                <a:lnTo>
                  <a:pt x="237682" y="68625"/>
                </a:lnTo>
                <a:lnTo>
                  <a:pt x="237784" y="68625"/>
                </a:lnTo>
                <a:lnTo>
                  <a:pt x="237170" y="67295"/>
                </a:lnTo>
                <a:lnTo>
                  <a:pt x="236250" y="67091"/>
                </a:lnTo>
                <a:close/>
                <a:moveTo>
                  <a:pt x="234307" y="67807"/>
                </a:moveTo>
                <a:lnTo>
                  <a:pt x="234205" y="67909"/>
                </a:lnTo>
                <a:lnTo>
                  <a:pt x="234409" y="68011"/>
                </a:lnTo>
                <a:lnTo>
                  <a:pt x="234409" y="69341"/>
                </a:lnTo>
                <a:lnTo>
                  <a:pt x="235330" y="68420"/>
                </a:lnTo>
                <a:lnTo>
                  <a:pt x="234307" y="67807"/>
                </a:lnTo>
                <a:close/>
                <a:moveTo>
                  <a:pt x="236455" y="68216"/>
                </a:moveTo>
                <a:lnTo>
                  <a:pt x="236557" y="68625"/>
                </a:lnTo>
                <a:lnTo>
                  <a:pt x="236864" y="68932"/>
                </a:lnTo>
                <a:lnTo>
                  <a:pt x="237170" y="69750"/>
                </a:lnTo>
                <a:lnTo>
                  <a:pt x="237170" y="69341"/>
                </a:lnTo>
                <a:lnTo>
                  <a:pt x="237273" y="69545"/>
                </a:lnTo>
                <a:lnTo>
                  <a:pt x="237273" y="69443"/>
                </a:lnTo>
                <a:lnTo>
                  <a:pt x="237273" y="69136"/>
                </a:lnTo>
                <a:lnTo>
                  <a:pt x="237170" y="68932"/>
                </a:lnTo>
                <a:lnTo>
                  <a:pt x="236966" y="68318"/>
                </a:lnTo>
                <a:lnTo>
                  <a:pt x="236761" y="68420"/>
                </a:lnTo>
                <a:lnTo>
                  <a:pt x="236455" y="68216"/>
                </a:lnTo>
                <a:close/>
                <a:moveTo>
                  <a:pt x="193091" y="69852"/>
                </a:moveTo>
                <a:lnTo>
                  <a:pt x="193295" y="70261"/>
                </a:lnTo>
                <a:lnTo>
                  <a:pt x="193160" y="69965"/>
                </a:lnTo>
                <a:lnTo>
                  <a:pt x="193091" y="69852"/>
                </a:lnTo>
                <a:close/>
                <a:moveTo>
                  <a:pt x="235636" y="68830"/>
                </a:moveTo>
                <a:lnTo>
                  <a:pt x="235227" y="69034"/>
                </a:lnTo>
                <a:lnTo>
                  <a:pt x="235125" y="69239"/>
                </a:lnTo>
                <a:lnTo>
                  <a:pt x="235227" y="69648"/>
                </a:lnTo>
                <a:lnTo>
                  <a:pt x="234818" y="69955"/>
                </a:lnTo>
                <a:lnTo>
                  <a:pt x="235636" y="70670"/>
                </a:lnTo>
                <a:lnTo>
                  <a:pt x="235636" y="68830"/>
                </a:lnTo>
                <a:close/>
                <a:moveTo>
                  <a:pt x="232057" y="68420"/>
                </a:moveTo>
                <a:lnTo>
                  <a:pt x="230318" y="71284"/>
                </a:lnTo>
                <a:lnTo>
                  <a:pt x="230318" y="71386"/>
                </a:lnTo>
                <a:lnTo>
                  <a:pt x="232261" y="69341"/>
                </a:lnTo>
                <a:lnTo>
                  <a:pt x="232057" y="68420"/>
                </a:lnTo>
                <a:close/>
                <a:moveTo>
                  <a:pt x="196568" y="70159"/>
                </a:moveTo>
                <a:lnTo>
                  <a:pt x="196364" y="71795"/>
                </a:lnTo>
                <a:lnTo>
                  <a:pt x="196364" y="72000"/>
                </a:lnTo>
                <a:lnTo>
                  <a:pt x="197591" y="73739"/>
                </a:lnTo>
                <a:lnTo>
                  <a:pt x="198102" y="72102"/>
                </a:lnTo>
                <a:lnTo>
                  <a:pt x="196875" y="70261"/>
                </a:lnTo>
                <a:lnTo>
                  <a:pt x="196568" y="70159"/>
                </a:lnTo>
                <a:close/>
                <a:moveTo>
                  <a:pt x="237580" y="70261"/>
                </a:moveTo>
                <a:lnTo>
                  <a:pt x="237580" y="70773"/>
                </a:lnTo>
                <a:lnTo>
                  <a:pt x="237068" y="70977"/>
                </a:lnTo>
                <a:lnTo>
                  <a:pt x="237068" y="71182"/>
                </a:lnTo>
                <a:lnTo>
                  <a:pt x="236761" y="71182"/>
                </a:lnTo>
                <a:lnTo>
                  <a:pt x="236659" y="71591"/>
                </a:lnTo>
                <a:lnTo>
                  <a:pt x="236250" y="71795"/>
                </a:lnTo>
                <a:lnTo>
                  <a:pt x="236148" y="71182"/>
                </a:lnTo>
                <a:lnTo>
                  <a:pt x="235739" y="71284"/>
                </a:lnTo>
                <a:lnTo>
                  <a:pt x="235432" y="71693"/>
                </a:lnTo>
                <a:lnTo>
                  <a:pt x="234818" y="71898"/>
                </a:lnTo>
                <a:lnTo>
                  <a:pt x="234818" y="72818"/>
                </a:lnTo>
                <a:lnTo>
                  <a:pt x="235227" y="72000"/>
                </a:lnTo>
                <a:lnTo>
                  <a:pt x="235636" y="72102"/>
                </a:lnTo>
                <a:lnTo>
                  <a:pt x="235943" y="72409"/>
                </a:lnTo>
                <a:lnTo>
                  <a:pt x="236045" y="72000"/>
                </a:lnTo>
                <a:lnTo>
                  <a:pt x="236455" y="72205"/>
                </a:lnTo>
                <a:lnTo>
                  <a:pt x="236557" y="73125"/>
                </a:lnTo>
                <a:lnTo>
                  <a:pt x="237580" y="73943"/>
                </a:lnTo>
                <a:lnTo>
                  <a:pt x="237682" y="73841"/>
                </a:lnTo>
                <a:lnTo>
                  <a:pt x="237682" y="74045"/>
                </a:lnTo>
                <a:lnTo>
                  <a:pt x="238091" y="73841"/>
                </a:lnTo>
                <a:lnTo>
                  <a:pt x="237784" y="73227"/>
                </a:lnTo>
                <a:lnTo>
                  <a:pt x="237989" y="72614"/>
                </a:lnTo>
                <a:lnTo>
                  <a:pt x="238295" y="72818"/>
                </a:lnTo>
                <a:lnTo>
                  <a:pt x="238500" y="73534"/>
                </a:lnTo>
                <a:lnTo>
                  <a:pt x="238500" y="73023"/>
                </a:lnTo>
                <a:lnTo>
                  <a:pt x="238807" y="72614"/>
                </a:lnTo>
                <a:lnTo>
                  <a:pt x="238500" y="71284"/>
                </a:lnTo>
                <a:lnTo>
                  <a:pt x="238398" y="71182"/>
                </a:lnTo>
                <a:lnTo>
                  <a:pt x="238500" y="70977"/>
                </a:lnTo>
                <a:lnTo>
                  <a:pt x="238295" y="70466"/>
                </a:lnTo>
                <a:lnTo>
                  <a:pt x="237580" y="70261"/>
                </a:lnTo>
                <a:close/>
                <a:moveTo>
                  <a:pt x="240443" y="77727"/>
                </a:moveTo>
                <a:lnTo>
                  <a:pt x="240034" y="78545"/>
                </a:lnTo>
                <a:lnTo>
                  <a:pt x="240136" y="80284"/>
                </a:lnTo>
                <a:lnTo>
                  <a:pt x="240852" y="81000"/>
                </a:lnTo>
                <a:lnTo>
                  <a:pt x="240341" y="79568"/>
                </a:lnTo>
                <a:lnTo>
                  <a:pt x="241261" y="79773"/>
                </a:lnTo>
                <a:lnTo>
                  <a:pt x="240750" y="79057"/>
                </a:lnTo>
                <a:lnTo>
                  <a:pt x="241057" y="78852"/>
                </a:lnTo>
                <a:lnTo>
                  <a:pt x="241057" y="78545"/>
                </a:lnTo>
                <a:lnTo>
                  <a:pt x="240136" y="78955"/>
                </a:lnTo>
                <a:lnTo>
                  <a:pt x="240443" y="78648"/>
                </a:lnTo>
                <a:lnTo>
                  <a:pt x="240443" y="78341"/>
                </a:lnTo>
                <a:lnTo>
                  <a:pt x="240341" y="78136"/>
                </a:lnTo>
                <a:lnTo>
                  <a:pt x="240443" y="77727"/>
                </a:lnTo>
                <a:close/>
                <a:moveTo>
                  <a:pt x="79875" y="80284"/>
                </a:moveTo>
                <a:lnTo>
                  <a:pt x="78136" y="80591"/>
                </a:lnTo>
                <a:lnTo>
                  <a:pt x="78136" y="81511"/>
                </a:lnTo>
                <a:lnTo>
                  <a:pt x="78443" y="81818"/>
                </a:lnTo>
                <a:lnTo>
                  <a:pt x="79466" y="81511"/>
                </a:lnTo>
                <a:lnTo>
                  <a:pt x="80080" y="80693"/>
                </a:lnTo>
                <a:lnTo>
                  <a:pt x="79875" y="80284"/>
                </a:lnTo>
                <a:close/>
                <a:moveTo>
                  <a:pt x="261102" y="82636"/>
                </a:moveTo>
                <a:lnTo>
                  <a:pt x="261000" y="82841"/>
                </a:lnTo>
                <a:lnTo>
                  <a:pt x="261205" y="82943"/>
                </a:lnTo>
                <a:lnTo>
                  <a:pt x="261307" y="82943"/>
                </a:lnTo>
                <a:lnTo>
                  <a:pt x="261102" y="82636"/>
                </a:lnTo>
                <a:close/>
                <a:moveTo>
                  <a:pt x="220500" y="81818"/>
                </a:moveTo>
                <a:lnTo>
                  <a:pt x="219784" y="81920"/>
                </a:lnTo>
                <a:lnTo>
                  <a:pt x="219886" y="82227"/>
                </a:lnTo>
                <a:lnTo>
                  <a:pt x="220295" y="82534"/>
                </a:lnTo>
                <a:lnTo>
                  <a:pt x="220295" y="82841"/>
                </a:lnTo>
                <a:lnTo>
                  <a:pt x="221011" y="83148"/>
                </a:lnTo>
                <a:lnTo>
                  <a:pt x="221114" y="82636"/>
                </a:lnTo>
                <a:lnTo>
                  <a:pt x="220500" y="81818"/>
                </a:lnTo>
                <a:close/>
                <a:moveTo>
                  <a:pt x="222034" y="82636"/>
                </a:moveTo>
                <a:lnTo>
                  <a:pt x="221830" y="83045"/>
                </a:lnTo>
                <a:lnTo>
                  <a:pt x="221830" y="83352"/>
                </a:lnTo>
                <a:lnTo>
                  <a:pt x="222341" y="83148"/>
                </a:lnTo>
                <a:lnTo>
                  <a:pt x="222034" y="82636"/>
                </a:lnTo>
                <a:close/>
                <a:moveTo>
                  <a:pt x="240443" y="83352"/>
                </a:moveTo>
                <a:lnTo>
                  <a:pt x="240239" y="83659"/>
                </a:lnTo>
                <a:lnTo>
                  <a:pt x="240239" y="83659"/>
                </a:lnTo>
                <a:lnTo>
                  <a:pt x="240545" y="83352"/>
                </a:lnTo>
                <a:close/>
                <a:moveTo>
                  <a:pt x="240852" y="82943"/>
                </a:moveTo>
                <a:lnTo>
                  <a:pt x="240545" y="83352"/>
                </a:lnTo>
                <a:lnTo>
                  <a:pt x="240750" y="83557"/>
                </a:lnTo>
                <a:lnTo>
                  <a:pt x="241261" y="83455"/>
                </a:lnTo>
                <a:lnTo>
                  <a:pt x="241670" y="83557"/>
                </a:lnTo>
                <a:lnTo>
                  <a:pt x="241977" y="83455"/>
                </a:lnTo>
                <a:lnTo>
                  <a:pt x="242898" y="83966"/>
                </a:lnTo>
                <a:lnTo>
                  <a:pt x="241568" y="82943"/>
                </a:lnTo>
                <a:close/>
                <a:moveTo>
                  <a:pt x="230011" y="72818"/>
                </a:moveTo>
                <a:lnTo>
                  <a:pt x="228989" y="74250"/>
                </a:lnTo>
                <a:lnTo>
                  <a:pt x="228989" y="74761"/>
                </a:lnTo>
                <a:lnTo>
                  <a:pt x="228477" y="74966"/>
                </a:lnTo>
                <a:lnTo>
                  <a:pt x="228477" y="74864"/>
                </a:lnTo>
                <a:lnTo>
                  <a:pt x="227557" y="75375"/>
                </a:lnTo>
                <a:lnTo>
                  <a:pt x="227045" y="76398"/>
                </a:lnTo>
                <a:lnTo>
                  <a:pt x="225409" y="77216"/>
                </a:lnTo>
                <a:lnTo>
                  <a:pt x="225307" y="77420"/>
                </a:lnTo>
                <a:lnTo>
                  <a:pt x="225205" y="77523"/>
                </a:lnTo>
                <a:lnTo>
                  <a:pt x="225205" y="78648"/>
                </a:lnTo>
                <a:lnTo>
                  <a:pt x="223670" y="77932"/>
                </a:lnTo>
                <a:lnTo>
                  <a:pt x="223159" y="78750"/>
                </a:lnTo>
                <a:lnTo>
                  <a:pt x="223261" y="78750"/>
                </a:lnTo>
                <a:lnTo>
                  <a:pt x="224182" y="83045"/>
                </a:lnTo>
                <a:lnTo>
                  <a:pt x="225511" y="83045"/>
                </a:lnTo>
                <a:lnTo>
                  <a:pt x="225818" y="83659"/>
                </a:lnTo>
                <a:lnTo>
                  <a:pt x="226023" y="83455"/>
                </a:lnTo>
                <a:lnTo>
                  <a:pt x="226330" y="83557"/>
                </a:lnTo>
                <a:lnTo>
                  <a:pt x="226739" y="83045"/>
                </a:lnTo>
                <a:lnTo>
                  <a:pt x="227352" y="83557"/>
                </a:lnTo>
                <a:lnTo>
                  <a:pt x="227966" y="83352"/>
                </a:lnTo>
                <a:lnTo>
                  <a:pt x="228068" y="83557"/>
                </a:lnTo>
                <a:lnTo>
                  <a:pt x="228375" y="84273"/>
                </a:lnTo>
                <a:lnTo>
                  <a:pt x="229398" y="83659"/>
                </a:lnTo>
                <a:lnTo>
                  <a:pt x="229705" y="83250"/>
                </a:lnTo>
                <a:lnTo>
                  <a:pt x="229602" y="83045"/>
                </a:lnTo>
                <a:lnTo>
                  <a:pt x="229807" y="82739"/>
                </a:lnTo>
                <a:lnTo>
                  <a:pt x="229705" y="81920"/>
                </a:lnTo>
                <a:lnTo>
                  <a:pt x="230216" y="81102"/>
                </a:lnTo>
                <a:lnTo>
                  <a:pt x="230523" y="81102"/>
                </a:lnTo>
                <a:lnTo>
                  <a:pt x="231239" y="78955"/>
                </a:lnTo>
                <a:lnTo>
                  <a:pt x="231852" y="79159"/>
                </a:lnTo>
                <a:lnTo>
                  <a:pt x="232159" y="79159"/>
                </a:lnTo>
                <a:lnTo>
                  <a:pt x="232057" y="78955"/>
                </a:lnTo>
                <a:lnTo>
                  <a:pt x="231136" y="77932"/>
                </a:lnTo>
                <a:lnTo>
                  <a:pt x="231034" y="77114"/>
                </a:lnTo>
                <a:lnTo>
                  <a:pt x="230932" y="77011"/>
                </a:lnTo>
                <a:lnTo>
                  <a:pt x="230420" y="76295"/>
                </a:lnTo>
                <a:lnTo>
                  <a:pt x="230830" y="76193"/>
                </a:lnTo>
                <a:lnTo>
                  <a:pt x="230932" y="76091"/>
                </a:lnTo>
                <a:lnTo>
                  <a:pt x="230932" y="75580"/>
                </a:lnTo>
                <a:lnTo>
                  <a:pt x="231750" y="75580"/>
                </a:lnTo>
                <a:lnTo>
                  <a:pt x="231443" y="74864"/>
                </a:lnTo>
                <a:lnTo>
                  <a:pt x="232261" y="74761"/>
                </a:lnTo>
                <a:lnTo>
                  <a:pt x="231136" y="73841"/>
                </a:lnTo>
                <a:lnTo>
                  <a:pt x="230727" y="73943"/>
                </a:lnTo>
                <a:lnTo>
                  <a:pt x="230420" y="72920"/>
                </a:lnTo>
                <a:lnTo>
                  <a:pt x="230011" y="73227"/>
                </a:lnTo>
                <a:lnTo>
                  <a:pt x="230011" y="72818"/>
                </a:lnTo>
                <a:close/>
                <a:moveTo>
                  <a:pt x="261307" y="82943"/>
                </a:moveTo>
                <a:lnTo>
                  <a:pt x="262841" y="84989"/>
                </a:lnTo>
                <a:lnTo>
                  <a:pt x="262330" y="83761"/>
                </a:lnTo>
                <a:lnTo>
                  <a:pt x="261307" y="82943"/>
                </a:lnTo>
                <a:close/>
                <a:moveTo>
                  <a:pt x="237682" y="78239"/>
                </a:moveTo>
                <a:lnTo>
                  <a:pt x="237170" y="78852"/>
                </a:lnTo>
                <a:lnTo>
                  <a:pt x="234614" y="78955"/>
                </a:lnTo>
                <a:lnTo>
                  <a:pt x="234409" y="78750"/>
                </a:lnTo>
                <a:lnTo>
                  <a:pt x="233489" y="79057"/>
                </a:lnTo>
                <a:lnTo>
                  <a:pt x="232977" y="79875"/>
                </a:lnTo>
                <a:lnTo>
                  <a:pt x="232977" y="80080"/>
                </a:lnTo>
                <a:lnTo>
                  <a:pt x="232875" y="80182"/>
                </a:lnTo>
                <a:lnTo>
                  <a:pt x="232977" y="80898"/>
                </a:lnTo>
                <a:lnTo>
                  <a:pt x="232875" y="80693"/>
                </a:lnTo>
                <a:lnTo>
                  <a:pt x="232057" y="83455"/>
                </a:lnTo>
                <a:lnTo>
                  <a:pt x="232364" y="83659"/>
                </a:lnTo>
                <a:lnTo>
                  <a:pt x="232568" y="83864"/>
                </a:lnTo>
                <a:lnTo>
                  <a:pt x="232670" y="85909"/>
                </a:lnTo>
                <a:lnTo>
                  <a:pt x="233386" y="85807"/>
                </a:lnTo>
                <a:lnTo>
                  <a:pt x="233591" y="82841"/>
                </a:lnTo>
                <a:lnTo>
                  <a:pt x="234409" y="84784"/>
                </a:lnTo>
                <a:lnTo>
                  <a:pt x="235636" y="84375"/>
                </a:lnTo>
                <a:lnTo>
                  <a:pt x="235125" y="83761"/>
                </a:lnTo>
                <a:lnTo>
                  <a:pt x="235227" y="83148"/>
                </a:lnTo>
                <a:lnTo>
                  <a:pt x="234409" y="82023"/>
                </a:lnTo>
                <a:lnTo>
                  <a:pt x="234614" y="82023"/>
                </a:lnTo>
                <a:lnTo>
                  <a:pt x="235739" y="81000"/>
                </a:lnTo>
                <a:lnTo>
                  <a:pt x="236148" y="81102"/>
                </a:lnTo>
                <a:lnTo>
                  <a:pt x="235739" y="80693"/>
                </a:lnTo>
                <a:lnTo>
                  <a:pt x="235739" y="80795"/>
                </a:lnTo>
                <a:lnTo>
                  <a:pt x="233591" y="81205"/>
                </a:lnTo>
                <a:lnTo>
                  <a:pt x="233284" y="80693"/>
                </a:lnTo>
                <a:lnTo>
                  <a:pt x="233182" y="80182"/>
                </a:lnTo>
                <a:lnTo>
                  <a:pt x="235943" y="79568"/>
                </a:lnTo>
                <a:lnTo>
                  <a:pt x="236455" y="79773"/>
                </a:lnTo>
                <a:lnTo>
                  <a:pt x="236966" y="79670"/>
                </a:lnTo>
                <a:lnTo>
                  <a:pt x="237580" y="79057"/>
                </a:lnTo>
                <a:lnTo>
                  <a:pt x="237682" y="78239"/>
                </a:lnTo>
                <a:close/>
                <a:moveTo>
                  <a:pt x="210580" y="74659"/>
                </a:moveTo>
                <a:lnTo>
                  <a:pt x="219068" y="86114"/>
                </a:lnTo>
                <a:lnTo>
                  <a:pt x="219068" y="85705"/>
                </a:lnTo>
                <a:lnTo>
                  <a:pt x="219989" y="86011"/>
                </a:lnTo>
                <a:lnTo>
                  <a:pt x="220398" y="83250"/>
                </a:lnTo>
                <a:lnTo>
                  <a:pt x="219273" y="82636"/>
                </a:lnTo>
                <a:lnTo>
                  <a:pt x="218966" y="81102"/>
                </a:lnTo>
                <a:lnTo>
                  <a:pt x="218352" y="80898"/>
                </a:lnTo>
                <a:lnTo>
                  <a:pt x="218148" y="80489"/>
                </a:lnTo>
                <a:lnTo>
                  <a:pt x="218455" y="79977"/>
                </a:lnTo>
                <a:lnTo>
                  <a:pt x="218045" y="79466"/>
                </a:lnTo>
                <a:lnTo>
                  <a:pt x="217330" y="79773"/>
                </a:lnTo>
                <a:lnTo>
                  <a:pt x="217739" y="79568"/>
                </a:lnTo>
                <a:lnTo>
                  <a:pt x="216102" y="77830"/>
                </a:lnTo>
                <a:lnTo>
                  <a:pt x="215795" y="78034"/>
                </a:lnTo>
                <a:lnTo>
                  <a:pt x="212625" y="74659"/>
                </a:lnTo>
                <a:close/>
                <a:moveTo>
                  <a:pt x="246170" y="85602"/>
                </a:moveTo>
                <a:lnTo>
                  <a:pt x="245864" y="85909"/>
                </a:lnTo>
                <a:lnTo>
                  <a:pt x="245761" y="86216"/>
                </a:lnTo>
                <a:lnTo>
                  <a:pt x="246273" y="86523"/>
                </a:lnTo>
                <a:lnTo>
                  <a:pt x="246375" y="86011"/>
                </a:lnTo>
                <a:lnTo>
                  <a:pt x="246170" y="85602"/>
                </a:lnTo>
                <a:close/>
                <a:moveTo>
                  <a:pt x="261818" y="84375"/>
                </a:moveTo>
                <a:lnTo>
                  <a:pt x="261716" y="84886"/>
                </a:lnTo>
                <a:lnTo>
                  <a:pt x="260693" y="85705"/>
                </a:lnTo>
                <a:lnTo>
                  <a:pt x="260386" y="85705"/>
                </a:lnTo>
                <a:lnTo>
                  <a:pt x="260284" y="85193"/>
                </a:lnTo>
                <a:lnTo>
                  <a:pt x="260080" y="85705"/>
                </a:lnTo>
                <a:lnTo>
                  <a:pt x="258648" y="85909"/>
                </a:lnTo>
                <a:lnTo>
                  <a:pt x="259773" y="86523"/>
                </a:lnTo>
                <a:lnTo>
                  <a:pt x="262125" y="85500"/>
                </a:lnTo>
                <a:lnTo>
                  <a:pt x="262023" y="85295"/>
                </a:lnTo>
                <a:lnTo>
                  <a:pt x="262227" y="85193"/>
                </a:lnTo>
                <a:lnTo>
                  <a:pt x="262432" y="84477"/>
                </a:lnTo>
                <a:lnTo>
                  <a:pt x="261818" y="84375"/>
                </a:lnTo>
                <a:close/>
                <a:moveTo>
                  <a:pt x="249239" y="87852"/>
                </a:moveTo>
                <a:lnTo>
                  <a:pt x="248727" y="88670"/>
                </a:lnTo>
                <a:lnTo>
                  <a:pt x="249648" y="88466"/>
                </a:lnTo>
                <a:lnTo>
                  <a:pt x="249239" y="87852"/>
                </a:lnTo>
                <a:close/>
                <a:moveTo>
                  <a:pt x="220500" y="86216"/>
                </a:moveTo>
                <a:lnTo>
                  <a:pt x="219682" y="86932"/>
                </a:lnTo>
                <a:lnTo>
                  <a:pt x="219784" y="87136"/>
                </a:lnTo>
                <a:lnTo>
                  <a:pt x="227250" y="88875"/>
                </a:lnTo>
                <a:lnTo>
                  <a:pt x="227761" y="88977"/>
                </a:lnTo>
                <a:lnTo>
                  <a:pt x="227761" y="88057"/>
                </a:lnTo>
                <a:lnTo>
                  <a:pt x="226330" y="87648"/>
                </a:lnTo>
                <a:lnTo>
                  <a:pt x="226125" y="87136"/>
                </a:lnTo>
                <a:lnTo>
                  <a:pt x="224591" y="86727"/>
                </a:lnTo>
                <a:lnTo>
                  <a:pt x="224284" y="87136"/>
                </a:lnTo>
                <a:lnTo>
                  <a:pt x="222648" y="87034"/>
                </a:lnTo>
                <a:lnTo>
                  <a:pt x="222239" y="86523"/>
                </a:lnTo>
                <a:lnTo>
                  <a:pt x="220500" y="86216"/>
                </a:lnTo>
                <a:close/>
                <a:moveTo>
                  <a:pt x="227761" y="88364"/>
                </a:moveTo>
                <a:lnTo>
                  <a:pt x="228273" y="89080"/>
                </a:lnTo>
                <a:lnTo>
                  <a:pt x="228886" y="88670"/>
                </a:lnTo>
                <a:lnTo>
                  <a:pt x="228375" y="88364"/>
                </a:lnTo>
                <a:close/>
                <a:moveTo>
                  <a:pt x="229398" y="88568"/>
                </a:moveTo>
                <a:lnTo>
                  <a:pt x="228989" y="88977"/>
                </a:lnTo>
                <a:lnTo>
                  <a:pt x="229705" y="89182"/>
                </a:lnTo>
                <a:lnTo>
                  <a:pt x="229807" y="88670"/>
                </a:lnTo>
                <a:lnTo>
                  <a:pt x="229398" y="88568"/>
                </a:lnTo>
                <a:close/>
                <a:moveTo>
                  <a:pt x="235432" y="88466"/>
                </a:moveTo>
                <a:lnTo>
                  <a:pt x="234920" y="88875"/>
                </a:lnTo>
                <a:lnTo>
                  <a:pt x="233182" y="88568"/>
                </a:lnTo>
                <a:lnTo>
                  <a:pt x="232670" y="88670"/>
                </a:lnTo>
                <a:lnTo>
                  <a:pt x="232670" y="89182"/>
                </a:lnTo>
                <a:lnTo>
                  <a:pt x="234716" y="88977"/>
                </a:lnTo>
                <a:lnTo>
                  <a:pt x="235330" y="88773"/>
                </a:lnTo>
                <a:lnTo>
                  <a:pt x="235534" y="88466"/>
                </a:lnTo>
                <a:close/>
                <a:moveTo>
                  <a:pt x="230932" y="88364"/>
                </a:moveTo>
                <a:lnTo>
                  <a:pt x="230727" y="88568"/>
                </a:lnTo>
                <a:lnTo>
                  <a:pt x="231034" y="88977"/>
                </a:lnTo>
                <a:lnTo>
                  <a:pt x="231034" y="88977"/>
                </a:lnTo>
                <a:lnTo>
                  <a:pt x="230420" y="88670"/>
                </a:lnTo>
                <a:lnTo>
                  <a:pt x="230011" y="89386"/>
                </a:lnTo>
                <a:lnTo>
                  <a:pt x="231341" y="88977"/>
                </a:lnTo>
                <a:lnTo>
                  <a:pt x="231750" y="89080"/>
                </a:lnTo>
                <a:lnTo>
                  <a:pt x="231648" y="88977"/>
                </a:lnTo>
                <a:lnTo>
                  <a:pt x="231750" y="88977"/>
                </a:lnTo>
                <a:lnTo>
                  <a:pt x="231648" y="88670"/>
                </a:lnTo>
                <a:lnTo>
                  <a:pt x="231239" y="88568"/>
                </a:lnTo>
                <a:lnTo>
                  <a:pt x="230932" y="88364"/>
                </a:lnTo>
                <a:close/>
                <a:moveTo>
                  <a:pt x="232670" y="89591"/>
                </a:moveTo>
                <a:lnTo>
                  <a:pt x="231750" y="89898"/>
                </a:lnTo>
                <a:lnTo>
                  <a:pt x="232670" y="90409"/>
                </a:lnTo>
                <a:lnTo>
                  <a:pt x="233284" y="90205"/>
                </a:lnTo>
                <a:lnTo>
                  <a:pt x="232670" y="89591"/>
                </a:lnTo>
                <a:close/>
                <a:moveTo>
                  <a:pt x="239420" y="88670"/>
                </a:moveTo>
                <a:lnTo>
                  <a:pt x="237989" y="88773"/>
                </a:lnTo>
                <a:lnTo>
                  <a:pt x="235943" y="90102"/>
                </a:lnTo>
                <a:lnTo>
                  <a:pt x="235943" y="90511"/>
                </a:lnTo>
                <a:lnTo>
                  <a:pt x="237068" y="90102"/>
                </a:lnTo>
                <a:lnTo>
                  <a:pt x="239420" y="88670"/>
                </a:lnTo>
                <a:close/>
                <a:moveTo>
                  <a:pt x="244636" y="80386"/>
                </a:moveTo>
                <a:lnTo>
                  <a:pt x="243205" y="81409"/>
                </a:lnTo>
                <a:lnTo>
                  <a:pt x="243920" y="81614"/>
                </a:lnTo>
                <a:lnTo>
                  <a:pt x="244125" y="82125"/>
                </a:lnTo>
                <a:lnTo>
                  <a:pt x="244432" y="82330"/>
                </a:lnTo>
                <a:lnTo>
                  <a:pt x="245761" y="82227"/>
                </a:lnTo>
                <a:lnTo>
                  <a:pt x="245557" y="82739"/>
                </a:lnTo>
                <a:lnTo>
                  <a:pt x="244023" y="82943"/>
                </a:lnTo>
                <a:lnTo>
                  <a:pt x="244534" y="83250"/>
                </a:lnTo>
                <a:lnTo>
                  <a:pt x="244739" y="84068"/>
                </a:lnTo>
                <a:lnTo>
                  <a:pt x="245659" y="83148"/>
                </a:lnTo>
                <a:lnTo>
                  <a:pt x="245761" y="83966"/>
                </a:lnTo>
                <a:lnTo>
                  <a:pt x="246580" y="84068"/>
                </a:lnTo>
                <a:lnTo>
                  <a:pt x="246784" y="84580"/>
                </a:lnTo>
                <a:lnTo>
                  <a:pt x="249648" y="85909"/>
                </a:lnTo>
                <a:lnTo>
                  <a:pt x="249443" y="86011"/>
                </a:lnTo>
                <a:lnTo>
                  <a:pt x="249648" y="86011"/>
                </a:lnTo>
                <a:lnTo>
                  <a:pt x="250261" y="87443"/>
                </a:lnTo>
                <a:lnTo>
                  <a:pt x="249852" y="87545"/>
                </a:lnTo>
                <a:lnTo>
                  <a:pt x="250057" y="88057"/>
                </a:lnTo>
                <a:lnTo>
                  <a:pt x="249852" y="88466"/>
                </a:lnTo>
                <a:lnTo>
                  <a:pt x="251080" y="88159"/>
                </a:lnTo>
                <a:lnTo>
                  <a:pt x="251080" y="88670"/>
                </a:lnTo>
                <a:lnTo>
                  <a:pt x="251693" y="89386"/>
                </a:lnTo>
                <a:lnTo>
                  <a:pt x="253534" y="89386"/>
                </a:lnTo>
                <a:lnTo>
                  <a:pt x="253841" y="88977"/>
                </a:lnTo>
                <a:lnTo>
                  <a:pt x="252920" y="88466"/>
                </a:lnTo>
                <a:lnTo>
                  <a:pt x="254455" y="88261"/>
                </a:lnTo>
                <a:lnTo>
                  <a:pt x="254455" y="88159"/>
                </a:lnTo>
                <a:lnTo>
                  <a:pt x="254557" y="88159"/>
                </a:lnTo>
                <a:lnTo>
                  <a:pt x="254250" y="87750"/>
                </a:lnTo>
                <a:lnTo>
                  <a:pt x="254864" y="87955"/>
                </a:lnTo>
                <a:lnTo>
                  <a:pt x="255375" y="87852"/>
                </a:lnTo>
                <a:lnTo>
                  <a:pt x="257625" y="90307"/>
                </a:lnTo>
                <a:lnTo>
                  <a:pt x="260080" y="91023"/>
                </a:lnTo>
                <a:lnTo>
                  <a:pt x="260080" y="90716"/>
                </a:lnTo>
                <a:lnTo>
                  <a:pt x="260489" y="90614"/>
                </a:lnTo>
                <a:lnTo>
                  <a:pt x="259670" y="90307"/>
                </a:lnTo>
                <a:lnTo>
                  <a:pt x="259670" y="90102"/>
                </a:lnTo>
                <a:lnTo>
                  <a:pt x="259159" y="89386"/>
                </a:lnTo>
                <a:lnTo>
                  <a:pt x="258648" y="89386"/>
                </a:lnTo>
                <a:lnTo>
                  <a:pt x="257318" y="87034"/>
                </a:lnTo>
                <a:lnTo>
                  <a:pt x="258136" y="86932"/>
                </a:lnTo>
                <a:lnTo>
                  <a:pt x="256500" y="85705"/>
                </a:lnTo>
                <a:lnTo>
                  <a:pt x="256398" y="84989"/>
                </a:lnTo>
                <a:lnTo>
                  <a:pt x="251898" y="82636"/>
                </a:lnTo>
                <a:lnTo>
                  <a:pt x="249545" y="81716"/>
                </a:lnTo>
                <a:lnTo>
                  <a:pt x="248727" y="81920"/>
                </a:lnTo>
                <a:lnTo>
                  <a:pt x="248727" y="82125"/>
                </a:lnTo>
                <a:lnTo>
                  <a:pt x="246989" y="83455"/>
                </a:lnTo>
                <a:lnTo>
                  <a:pt x="246375" y="82636"/>
                </a:lnTo>
                <a:lnTo>
                  <a:pt x="246273" y="82943"/>
                </a:lnTo>
                <a:lnTo>
                  <a:pt x="245864" y="80795"/>
                </a:lnTo>
                <a:lnTo>
                  <a:pt x="244636" y="80386"/>
                </a:lnTo>
                <a:close/>
                <a:moveTo>
                  <a:pt x="242693" y="91534"/>
                </a:moveTo>
                <a:lnTo>
                  <a:pt x="241977" y="91636"/>
                </a:lnTo>
                <a:lnTo>
                  <a:pt x="241977" y="91841"/>
                </a:lnTo>
                <a:lnTo>
                  <a:pt x="242386" y="92352"/>
                </a:lnTo>
                <a:lnTo>
                  <a:pt x="242693" y="91534"/>
                </a:lnTo>
                <a:close/>
                <a:moveTo>
                  <a:pt x="285750" y="96648"/>
                </a:moveTo>
                <a:lnTo>
                  <a:pt x="285545" y="96750"/>
                </a:lnTo>
                <a:lnTo>
                  <a:pt x="284420" y="97159"/>
                </a:lnTo>
                <a:lnTo>
                  <a:pt x="284216" y="97261"/>
                </a:lnTo>
                <a:lnTo>
                  <a:pt x="285239" y="97261"/>
                </a:lnTo>
                <a:lnTo>
                  <a:pt x="285750" y="96648"/>
                </a:lnTo>
                <a:close/>
                <a:moveTo>
                  <a:pt x="285648" y="97057"/>
                </a:moveTo>
                <a:lnTo>
                  <a:pt x="285239" y="97261"/>
                </a:lnTo>
                <a:lnTo>
                  <a:pt x="285545" y="97261"/>
                </a:lnTo>
                <a:lnTo>
                  <a:pt x="285648" y="97057"/>
                </a:lnTo>
                <a:close/>
                <a:moveTo>
                  <a:pt x="284011" y="98080"/>
                </a:moveTo>
                <a:lnTo>
                  <a:pt x="282886" y="98591"/>
                </a:lnTo>
                <a:lnTo>
                  <a:pt x="283807" y="98693"/>
                </a:lnTo>
                <a:lnTo>
                  <a:pt x="284114" y="98386"/>
                </a:lnTo>
                <a:lnTo>
                  <a:pt x="284011" y="98080"/>
                </a:lnTo>
                <a:close/>
                <a:moveTo>
                  <a:pt x="168852" y="92761"/>
                </a:moveTo>
                <a:lnTo>
                  <a:pt x="168136" y="92864"/>
                </a:lnTo>
                <a:lnTo>
                  <a:pt x="168136" y="93682"/>
                </a:lnTo>
                <a:lnTo>
                  <a:pt x="167318" y="94295"/>
                </a:lnTo>
                <a:lnTo>
                  <a:pt x="167318" y="95114"/>
                </a:lnTo>
                <a:lnTo>
                  <a:pt x="166807" y="95420"/>
                </a:lnTo>
                <a:lnTo>
                  <a:pt x="166705" y="95318"/>
                </a:lnTo>
                <a:lnTo>
                  <a:pt x="165886" y="96341"/>
                </a:lnTo>
                <a:lnTo>
                  <a:pt x="165375" y="96239"/>
                </a:lnTo>
                <a:lnTo>
                  <a:pt x="164966" y="96443"/>
                </a:lnTo>
                <a:lnTo>
                  <a:pt x="164761" y="96443"/>
                </a:lnTo>
                <a:lnTo>
                  <a:pt x="164045" y="96955"/>
                </a:lnTo>
                <a:lnTo>
                  <a:pt x="163330" y="105955"/>
                </a:lnTo>
                <a:lnTo>
                  <a:pt x="163943" y="106261"/>
                </a:lnTo>
                <a:lnTo>
                  <a:pt x="165477" y="105852"/>
                </a:lnTo>
                <a:lnTo>
                  <a:pt x="168750" y="96034"/>
                </a:lnTo>
                <a:lnTo>
                  <a:pt x="169159" y="96341"/>
                </a:lnTo>
                <a:lnTo>
                  <a:pt x="169364" y="96136"/>
                </a:lnTo>
                <a:lnTo>
                  <a:pt x="168852" y="92761"/>
                </a:lnTo>
                <a:close/>
                <a:moveTo>
                  <a:pt x="79364" y="112500"/>
                </a:moveTo>
                <a:lnTo>
                  <a:pt x="79057" y="112807"/>
                </a:lnTo>
                <a:lnTo>
                  <a:pt x="79057" y="113011"/>
                </a:lnTo>
                <a:lnTo>
                  <a:pt x="79364" y="112500"/>
                </a:lnTo>
                <a:close/>
                <a:moveTo>
                  <a:pt x="185114" y="3784"/>
                </a:moveTo>
                <a:lnTo>
                  <a:pt x="184091" y="4398"/>
                </a:lnTo>
                <a:lnTo>
                  <a:pt x="184909" y="4705"/>
                </a:lnTo>
                <a:lnTo>
                  <a:pt x="183273" y="4705"/>
                </a:lnTo>
                <a:lnTo>
                  <a:pt x="183989" y="5011"/>
                </a:lnTo>
                <a:lnTo>
                  <a:pt x="184193" y="5318"/>
                </a:lnTo>
                <a:lnTo>
                  <a:pt x="184193" y="5318"/>
                </a:lnTo>
                <a:lnTo>
                  <a:pt x="183784" y="5011"/>
                </a:lnTo>
                <a:lnTo>
                  <a:pt x="180102" y="5114"/>
                </a:lnTo>
                <a:lnTo>
                  <a:pt x="180920" y="5216"/>
                </a:lnTo>
                <a:lnTo>
                  <a:pt x="177341" y="5727"/>
                </a:lnTo>
                <a:lnTo>
                  <a:pt x="177545" y="5932"/>
                </a:lnTo>
                <a:lnTo>
                  <a:pt x="177341" y="6239"/>
                </a:lnTo>
                <a:lnTo>
                  <a:pt x="176830" y="6136"/>
                </a:lnTo>
                <a:lnTo>
                  <a:pt x="177955" y="6443"/>
                </a:lnTo>
                <a:lnTo>
                  <a:pt x="177239" y="6443"/>
                </a:lnTo>
                <a:lnTo>
                  <a:pt x="178568" y="6852"/>
                </a:lnTo>
                <a:lnTo>
                  <a:pt x="178057" y="7057"/>
                </a:lnTo>
                <a:lnTo>
                  <a:pt x="178261" y="6852"/>
                </a:lnTo>
                <a:lnTo>
                  <a:pt x="178261" y="6852"/>
                </a:lnTo>
                <a:lnTo>
                  <a:pt x="174477" y="7057"/>
                </a:lnTo>
                <a:lnTo>
                  <a:pt x="174682" y="7466"/>
                </a:lnTo>
                <a:lnTo>
                  <a:pt x="174989" y="7568"/>
                </a:lnTo>
                <a:lnTo>
                  <a:pt x="175091" y="7773"/>
                </a:lnTo>
                <a:lnTo>
                  <a:pt x="177648" y="8795"/>
                </a:lnTo>
                <a:lnTo>
                  <a:pt x="177852" y="9205"/>
                </a:lnTo>
                <a:lnTo>
                  <a:pt x="178261" y="9511"/>
                </a:lnTo>
                <a:lnTo>
                  <a:pt x="178169" y="9789"/>
                </a:lnTo>
                <a:lnTo>
                  <a:pt x="177852" y="9409"/>
                </a:lnTo>
                <a:lnTo>
                  <a:pt x="177545" y="9716"/>
                </a:lnTo>
                <a:lnTo>
                  <a:pt x="177034" y="8591"/>
                </a:lnTo>
                <a:lnTo>
                  <a:pt x="173352" y="8182"/>
                </a:lnTo>
                <a:lnTo>
                  <a:pt x="173352" y="8182"/>
                </a:lnTo>
                <a:lnTo>
                  <a:pt x="173966" y="8489"/>
                </a:lnTo>
                <a:lnTo>
                  <a:pt x="172636" y="8489"/>
                </a:lnTo>
                <a:lnTo>
                  <a:pt x="175193" y="9205"/>
                </a:lnTo>
                <a:lnTo>
                  <a:pt x="175193" y="9205"/>
                </a:lnTo>
                <a:lnTo>
                  <a:pt x="172432" y="8898"/>
                </a:lnTo>
                <a:lnTo>
                  <a:pt x="172432" y="8693"/>
                </a:lnTo>
                <a:lnTo>
                  <a:pt x="172227" y="8591"/>
                </a:lnTo>
                <a:lnTo>
                  <a:pt x="172227" y="8182"/>
                </a:lnTo>
                <a:lnTo>
                  <a:pt x="171307" y="7670"/>
                </a:lnTo>
                <a:lnTo>
                  <a:pt x="171307" y="7670"/>
                </a:lnTo>
                <a:lnTo>
                  <a:pt x="171716" y="8284"/>
                </a:lnTo>
                <a:lnTo>
                  <a:pt x="171102" y="8898"/>
                </a:lnTo>
                <a:lnTo>
                  <a:pt x="172227" y="9511"/>
                </a:lnTo>
                <a:lnTo>
                  <a:pt x="172330" y="10330"/>
                </a:lnTo>
                <a:lnTo>
                  <a:pt x="174886" y="11148"/>
                </a:lnTo>
                <a:lnTo>
                  <a:pt x="173966" y="11045"/>
                </a:lnTo>
                <a:lnTo>
                  <a:pt x="174170" y="12068"/>
                </a:lnTo>
                <a:lnTo>
                  <a:pt x="173966" y="12375"/>
                </a:lnTo>
                <a:lnTo>
                  <a:pt x="173966" y="12580"/>
                </a:lnTo>
                <a:lnTo>
                  <a:pt x="173250" y="13398"/>
                </a:lnTo>
                <a:lnTo>
                  <a:pt x="170898" y="12886"/>
                </a:lnTo>
                <a:lnTo>
                  <a:pt x="172023" y="12886"/>
                </a:lnTo>
                <a:lnTo>
                  <a:pt x="172125" y="13091"/>
                </a:lnTo>
                <a:lnTo>
                  <a:pt x="172636" y="12989"/>
                </a:lnTo>
                <a:lnTo>
                  <a:pt x="172330" y="12784"/>
                </a:lnTo>
                <a:lnTo>
                  <a:pt x="173045" y="11761"/>
                </a:lnTo>
                <a:lnTo>
                  <a:pt x="173045" y="11352"/>
                </a:lnTo>
                <a:lnTo>
                  <a:pt x="172330" y="11045"/>
                </a:lnTo>
                <a:lnTo>
                  <a:pt x="171307" y="9920"/>
                </a:lnTo>
                <a:lnTo>
                  <a:pt x="171307" y="9716"/>
                </a:lnTo>
                <a:lnTo>
                  <a:pt x="171102" y="9307"/>
                </a:lnTo>
                <a:lnTo>
                  <a:pt x="170284" y="8898"/>
                </a:lnTo>
                <a:lnTo>
                  <a:pt x="170182" y="7875"/>
                </a:lnTo>
                <a:lnTo>
                  <a:pt x="168545" y="7670"/>
                </a:lnTo>
                <a:lnTo>
                  <a:pt x="167727" y="8080"/>
                </a:lnTo>
                <a:lnTo>
                  <a:pt x="167625" y="8795"/>
                </a:lnTo>
                <a:lnTo>
                  <a:pt x="167114" y="9205"/>
                </a:lnTo>
                <a:lnTo>
                  <a:pt x="167727" y="9409"/>
                </a:lnTo>
                <a:lnTo>
                  <a:pt x="168034" y="10432"/>
                </a:lnTo>
                <a:lnTo>
                  <a:pt x="169875" y="10943"/>
                </a:lnTo>
                <a:lnTo>
                  <a:pt x="169568" y="11557"/>
                </a:lnTo>
                <a:lnTo>
                  <a:pt x="164148" y="10227"/>
                </a:lnTo>
                <a:lnTo>
                  <a:pt x="163636" y="10432"/>
                </a:lnTo>
                <a:lnTo>
                  <a:pt x="164352" y="10841"/>
                </a:lnTo>
                <a:lnTo>
                  <a:pt x="163841" y="11250"/>
                </a:lnTo>
                <a:lnTo>
                  <a:pt x="159648" y="11557"/>
                </a:lnTo>
                <a:lnTo>
                  <a:pt x="159648" y="11557"/>
                </a:lnTo>
                <a:lnTo>
                  <a:pt x="159955" y="11455"/>
                </a:lnTo>
                <a:lnTo>
                  <a:pt x="159852" y="11045"/>
                </a:lnTo>
                <a:lnTo>
                  <a:pt x="159750" y="11045"/>
                </a:lnTo>
                <a:lnTo>
                  <a:pt x="158830" y="11250"/>
                </a:lnTo>
                <a:lnTo>
                  <a:pt x="159136" y="11352"/>
                </a:lnTo>
                <a:lnTo>
                  <a:pt x="158830" y="11455"/>
                </a:lnTo>
                <a:lnTo>
                  <a:pt x="158625" y="11352"/>
                </a:lnTo>
                <a:lnTo>
                  <a:pt x="156682" y="11966"/>
                </a:lnTo>
                <a:lnTo>
                  <a:pt x="156886" y="12068"/>
                </a:lnTo>
                <a:lnTo>
                  <a:pt x="155250" y="12886"/>
                </a:lnTo>
                <a:lnTo>
                  <a:pt x="154330" y="12273"/>
                </a:lnTo>
                <a:lnTo>
                  <a:pt x="155352" y="11966"/>
                </a:lnTo>
                <a:lnTo>
                  <a:pt x="152898" y="11250"/>
                </a:lnTo>
                <a:lnTo>
                  <a:pt x="153614" y="11659"/>
                </a:lnTo>
                <a:lnTo>
                  <a:pt x="153614" y="12375"/>
                </a:lnTo>
                <a:lnTo>
                  <a:pt x="154227" y="12784"/>
                </a:lnTo>
                <a:lnTo>
                  <a:pt x="154227" y="13602"/>
                </a:lnTo>
                <a:lnTo>
                  <a:pt x="152795" y="13193"/>
                </a:lnTo>
                <a:lnTo>
                  <a:pt x="151466" y="14011"/>
                </a:lnTo>
                <a:lnTo>
                  <a:pt x="152080" y="14727"/>
                </a:lnTo>
                <a:lnTo>
                  <a:pt x="151568" y="14932"/>
                </a:lnTo>
                <a:lnTo>
                  <a:pt x="149625" y="14318"/>
                </a:lnTo>
                <a:lnTo>
                  <a:pt x="149420" y="14523"/>
                </a:lnTo>
                <a:lnTo>
                  <a:pt x="150545" y="15239"/>
                </a:lnTo>
                <a:lnTo>
                  <a:pt x="150341" y="15545"/>
                </a:lnTo>
                <a:lnTo>
                  <a:pt x="146864" y="13295"/>
                </a:lnTo>
                <a:lnTo>
                  <a:pt x="147068" y="13193"/>
                </a:lnTo>
                <a:lnTo>
                  <a:pt x="145636" y="12580"/>
                </a:lnTo>
                <a:lnTo>
                  <a:pt x="151057" y="13398"/>
                </a:lnTo>
                <a:lnTo>
                  <a:pt x="151977" y="12886"/>
                </a:lnTo>
                <a:lnTo>
                  <a:pt x="151875" y="12375"/>
                </a:lnTo>
                <a:lnTo>
                  <a:pt x="150648" y="11659"/>
                </a:lnTo>
                <a:lnTo>
                  <a:pt x="150750" y="11761"/>
                </a:lnTo>
                <a:lnTo>
                  <a:pt x="150750" y="11761"/>
                </a:lnTo>
                <a:lnTo>
                  <a:pt x="146455" y="10636"/>
                </a:lnTo>
                <a:lnTo>
                  <a:pt x="146045" y="10841"/>
                </a:lnTo>
                <a:lnTo>
                  <a:pt x="145841" y="10636"/>
                </a:lnTo>
                <a:lnTo>
                  <a:pt x="145841" y="10534"/>
                </a:lnTo>
                <a:lnTo>
                  <a:pt x="145227" y="10432"/>
                </a:lnTo>
                <a:lnTo>
                  <a:pt x="145739" y="10330"/>
                </a:lnTo>
                <a:lnTo>
                  <a:pt x="145023" y="10125"/>
                </a:lnTo>
                <a:lnTo>
                  <a:pt x="145023" y="10125"/>
                </a:lnTo>
                <a:lnTo>
                  <a:pt x="145125" y="10227"/>
                </a:lnTo>
                <a:lnTo>
                  <a:pt x="143591" y="10330"/>
                </a:lnTo>
                <a:lnTo>
                  <a:pt x="143489" y="10125"/>
                </a:lnTo>
                <a:lnTo>
                  <a:pt x="142875" y="9920"/>
                </a:lnTo>
                <a:lnTo>
                  <a:pt x="144102" y="9920"/>
                </a:lnTo>
                <a:lnTo>
                  <a:pt x="143080" y="9409"/>
                </a:lnTo>
                <a:lnTo>
                  <a:pt x="142466" y="9920"/>
                </a:lnTo>
                <a:lnTo>
                  <a:pt x="141955" y="9409"/>
                </a:lnTo>
                <a:lnTo>
                  <a:pt x="141443" y="9716"/>
                </a:lnTo>
                <a:lnTo>
                  <a:pt x="141341" y="9511"/>
                </a:lnTo>
                <a:lnTo>
                  <a:pt x="141136" y="9409"/>
                </a:lnTo>
                <a:lnTo>
                  <a:pt x="140727" y="9920"/>
                </a:lnTo>
                <a:lnTo>
                  <a:pt x="140830" y="9409"/>
                </a:lnTo>
                <a:lnTo>
                  <a:pt x="140318" y="9307"/>
                </a:lnTo>
                <a:lnTo>
                  <a:pt x="139398" y="10023"/>
                </a:lnTo>
                <a:lnTo>
                  <a:pt x="138886" y="9716"/>
                </a:lnTo>
                <a:lnTo>
                  <a:pt x="138068" y="9920"/>
                </a:lnTo>
                <a:lnTo>
                  <a:pt x="138477" y="10227"/>
                </a:lnTo>
                <a:lnTo>
                  <a:pt x="137864" y="10125"/>
                </a:lnTo>
                <a:lnTo>
                  <a:pt x="137557" y="10330"/>
                </a:lnTo>
                <a:lnTo>
                  <a:pt x="137761" y="10534"/>
                </a:lnTo>
                <a:lnTo>
                  <a:pt x="137352" y="10636"/>
                </a:lnTo>
                <a:lnTo>
                  <a:pt x="137352" y="10125"/>
                </a:lnTo>
                <a:lnTo>
                  <a:pt x="137045" y="10534"/>
                </a:lnTo>
                <a:lnTo>
                  <a:pt x="136330" y="10534"/>
                </a:lnTo>
                <a:lnTo>
                  <a:pt x="136636" y="10636"/>
                </a:lnTo>
                <a:lnTo>
                  <a:pt x="136125" y="10636"/>
                </a:lnTo>
                <a:lnTo>
                  <a:pt x="136125" y="10841"/>
                </a:lnTo>
                <a:lnTo>
                  <a:pt x="135818" y="10841"/>
                </a:lnTo>
                <a:lnTo>
                  <a:pt x="135716" y="11045"/>
                </a:lnTo>
                <a:lnTo>
                  <a:pt x="135102" y="11352"/>
                </a:lnTo>
                <a:lnTo>
                  <a:pt x="135818" y="11455"/>
                </a:lnTo>
                <a:lnTo>
                  <a:pt x="135307" y="11455"/>
                </a:lnTo>
                <a:lnTo>
                  <a:pt x="135102" y="11761"/>
                </a:lnTo>
                <a:lnTo>
                  <a:pt x="135102" y="11966"/>
                </a:lnTo>
                <a:lnTo>
                  <a:pt x="134795" y="11659"/>
                </a:lnTo>
                <a:lnTo>
                  <a:pt x="134386" y="11761"/>
                </a:lnTo>
                <a:lnTo>
                  <a:pt x="134591" y="11864"/>
                </a:lnTo>
                <a:lnTo>
                  <a:pt x="134080" y="12068"/>
                </a:lnTo>
                <a:lnTo>
                  <a:pt x="134386" y="12068"/>
                </a:lnTo>
                <a:lnTo>
                  <a:pt x="134693" y="12273"/>
                </a:lnTo>
                <a:lnTo>
                  <a:pt x="134693" y="12375"/>
                </a:lnTo>
                <a:lnTo>
                  <a:pt x="133875" y="12477"/>
                </a:lnTo>
                <a:lnTo>
                  <a:pt x="134591" y="12477"/>
                </a:lnTo>
                <a:lnTo>
                  <a:pt x="133364" y="12784"/>
                </a:lnTo>
                <a:lnTo>
                  <a:pt x="133568" y="12886"/>
                </a:lnTo>
                <a:lnTo>
                  <a:pt x="133057" y="13091"/>
                </a:lnTo>
                <a:lnTo>
                  <a:pt x="133670" y="13295"/>
                </a:lnTo>
                <a:lnTo>
                  <a:pt x="132852" y="13500"/>
                </a:lnTo>
                <a:lnTo>
                  <a:pt x="133057" y="13602"/>
                </a:lnTo>
                <a:lnTo>
                  <a:pt x="133057" y="14216"/>
                </a:lnTo>
                <a:lnTo>
                  <a:pt x="132750" y="14420"/>
                </a:lnTo>
                <a:lnTo>
                  <a:pt x="132545" y="14318"/>
                </a:lnTo>
                <a:lnTo>
                  <a:pt x="131932" y="14727"/>
                </a:lnTo>
                <a:lnTo>
                  <a:pt x="132239" y="14625"/>
                </a:lnTo>
                <a:lnTo>
                  <a:pt x="130909" y="15750"/>
                </a:lnTo>
                <a:lnTo>
                  <a:pt x="131114" y="15852"/>
                </a:lnTo>
                <a:lnTo>
                  <a:pt x="131830" y="15545"/>
                </a:lnTo>
                <a:lnTo>
                  <a:pt x="131727" y="15443"/>
                </a:lnTo>
                <a:lnTo>
                  <a:pt x="132136" y="15443"/>
                </a:lnTo>
                <a:lnTo>
                  <a:pt x="131932" y="15545"/>
                </a:lnTo>
                <a:lnTo>
                  <a:pt x="132136" y="15545"/>
                </a:lnTo>
                <a:lnTo>
                  <a:pt x="131727" y="15852"/>
                </a:lnTo>
                <a:lnTo>
                  <a:pt x="130091" y="15955"/>
                </a:lnTo>
                <a:lnTo>
                  <a:pt x="129886" y="16057"/>
                </a:lnTo>
                <a:lnTo>
                  <a:pt x="130193" y="16466"/>
                </a:lnTo>
                <a:lnTo>
                  <a:pt x="128864" y="16568"/>
                </a:lnTo>
                <a:lnTo>
                  <a:pt x="129886" y="16568"/>
                </a:lnTo>
                <a:lnTo>
                  <a:pt x="128785" y="16804"/>
                </a:lnTo>
                <a:lnTo>
                  <a:pt x="128785" y="16804"/>
                </a:lnTo>
                <a:lnTo>
                  <a:pt x="127841" y="17182"/>
                </a:lnTo>
                <a:lnTo>
                  <a:pt x="128966" y="17386"/>
                </a:lnTo>
                <a:lnTo>
                  <a:pt x="127739" y="17386"/>
                </a:lnTo>
                <a:lnTo>
                  <a:pt x="128045" y="18102"/>
                </a:lnTo>
                <a:lnTo>
                  <a:pt x="129477" y="17795"/>
                </a:lnTo>
                <a:lnTo>
                  <a:pt x="129580" y="18000"/>
                </a:lnTo>
                <a:lnTo>
                  <a:pt x="129273" y="18205"/>
                </a:lnTo>
                <a:lnTo>
                  <a:pt x="127739" y="18307"/>
                </a:lnTo>
                <a:lnTo>
                  <a:pt x="128250" y="18511"/>
                </a:lnTo>
                <a:lnTo>
                  <a:pt x="127943" y="18818"/>
                </a:lnTo>
                <a:lnTo>
                  <a:pt x="128250" y="19023"/>
                </a:lnTo>
                <a:lnTo>
                  <a:pt x="127943" y="19227"/>
                </a:lnTo>
                <a:lnTo>
                  <a:pt x="128045" y="19330"/>
                </a:lnTo>
                <a:lnTo>
                  <a:pt x="129170" y="18614"/>
                </a:lnTo>
                <a:lnTo>
                  <a:pt x="128864" y="19023"/>
                </a:lnTo>
                <a:lnTo>
                  <a:pt x="128557" y="19023"/>
                </a:lnTo>
                <a:lnTo>
                  <a:pt x="128659" y="19330"/>
                </a:lnTo>
                <a:lnTo>
                  <a:pt x="127943" y="19841"/>
                </a:lnTo>
                <a:lnTo>
                  <a:pt x="128864" y="19534"/>
                </a:lnTo>
                <a:lnTo>
                  <a:pt x="128557" y="19841"/>
                </a:lnTo>
                <a:lnTo>
                  <a:pt x="128864" y="20045"/>
                </a:lnTo>
                <a:lnTo>
                  <a:pt x="128250" y="20352"/>
                </a:lnTo>
                <a:lnTo>
                  <a:pt x="129068" y="20761"/>
                </a:lnTo>
                <a:lnTo>
                  <a:pt x="128966" y="20864"/>
                </a:lnTo>
                <a:lnTo>
                  <a:pt x="131011" y="20148"/>
                </a:lnTo>
                <a:lnTo>
                  <a:pt x="131114" y="19943"/>
                </a:lnTo>
                <a:lnTo>
                  <a:pt x="131727" y="19841"/>
                </a:lnTo>
                <a:lnTo>
                  <a:pt x="131727" y="19534"/>
                </a:lnTo>
                <a:lnTo>
                  <a:pt x="131830" y="19330"/>
                </a:lnTo>
                <a:lnTo>
                  <a:pt x="132034" y="19841"/>
                </a:lnTo>
                <a:lnTo>
                  <a:pt x="132443" y="20045"/>
                </a:lnTo>
                <a:lnTo>
                  <a:pt x="132443" y="20659"/>
                </a:lnTo>
                <a:lnTo>
                  <a:pt x="133670" y="22295"/>
                </a:lnTo>
                <a:lnTo>
                  <a:pt x="133670" y="22500"/>
                </a:lnTo>
                <a:lnTo>
                  <a:pt x="133773" y="22705"/>
                </a:lnTo>
                <a:lnTo>
                  <a:pt x="133466" y="22705"/>
                </a:lnTo>
                <a:lnTo>
                  <a:pt x="133875" y="23523"/>
                </a:lnTo>
                <a:lnTo>
                  <a:pt x="135000" y="23318"/>
                </a:lnTo>
                <a:lnTo>
                  <a:pt x="135205" y="22909"/>
                </a:lnTo>
                <a:lnTo>
                  <a:pt x="136023" y="22807"/>
                </a:lnTo>
                <a:lnTo>
                  <a:pt x="136432" y="20557"/>
                </a:lnTo>
                <a:lnTo>
                  <a:pt x="136636" y="20557"/>
                </a:lnTo>
                <a:lnTo>
                  <a:pt x="136023" y="20455"/>
                </a:lnTo>
                <a:lnTo>
                  <a:pt x="137761" y="19739"/>
                </a:lnTo>
                <a:lnTo>
                  <a:pt x="137250" y="19739"/>
                </a:lnTo>
                <a:lnTo>
                  <a:pt x="137966" y="19227"/>
                </a:lnTo>
                <a:lnTo>
                  <a:pt x="136636" y="18307"/>
                </a:lnTo>
                <a:lnTo>
                  <a:pt x="136432" y="17489"/>
                </a:lnTo>
                <a:lnTo>
                  <a:pt x="136636" y="17591"/>
                </a:lnTo>
                <a:lnTo>
                  <a:pt x="136636" y="17080"/>
                </a:lnTo>
                <a:lnTo>
                  <a:pt x="136432" y="16773"/>
                </a:lnTo>
                <a:lnTo>
                  <a:pt x="136943" y="16670"/>
                </a:lnTo>
                <a:lnTo>
                  <a:pt x="136841" y="16670"/>
                </a:lnTo>
                <a:lnTo>
                  <a:pt x="136739" y="16466"/>
                </a:lnTo>
                <a:lnTo>
                  <a:pt x="137148" y="16364"/>
                </a:lnTo>
                <a:lnTo>
                  <a:pt x="137045" y="16364"/>
                </a:lnTo>
                <a:lnTo>
                  <a:pt x="137455" y="16159"/>
                </a:lnTo>
                <a:lnTo>
                  <a:pt x="137352" y="16057"/>
                </a:lnTo>
                <a:lnTo>
                  <a:pt x="137864" y="15955"/>
                </a:lnTo>
                <a:lnTo>
                  <a:pt x="137864" y="15852"/>
                </a:lnTo>
                <a:lnTo>
                  <a:pt x="139091" y="15034"/>
                </a:lnTo>
                <a:lnTo>
                  <a:pt x="138784" y="14625"/>
                </a:lnTo>
                <a:lnTo>
                  <a:pt x="138886" y="14216"/>
                </a:lnTo>
                <a:lnTo>
                  <a:pt x="138989" y="14216"/>
                </a:lnTo>
                <a:lnTo>
                  <a:pt x="139193" y="14011"/>
                </a:lnTo>
                <a:lnTo>
                  <a:pt x="139398" y="14011"/>
                </a:lnTo>
                <a:lnTo>
                  <a:pt x="139295" y="13909"/>
                </a:lnTo>
                <a:lnTo>
                  <a:pt x="141034" y="13705"/>
                </a:lnTo>
                <a:lnTo>
                  <a:pt x="141545" y="14011"/>
                </a:lnTo>
                <a:lnTo>
                  <a:pt x="141648" y="14625"/>
                </a:lnTo>
                <a:lnTo>
                  <a:pt x="139807" y="15852"/>
                </a:lnTo>
                <a:lnTo>
                  <a:pt x="139807" y="15955"/>
                </a:lnTo>
                <a:lnTo>
                  <a:pt x="139295" y="16159"/>
                </a:lnTo>
                <a:lnTo>
                  <a:pt x="139602" y="18511"/>
                </a:lnTo>
                <a:lnTo>
                  <a:pt x="140523" y="18716"/>
                </a:lnTo>
                <a:lnTo>
                  <a:pt x="140523" y="18920"/>
                </a:lnTo>
                <a:lnTo>
                  <a:pt x="140727" y="18920"/>
                </a:lnTo>
                <a:lnTo>
                  <a:pt x="140830" y="19330"/>
                </a:lnTo>
                <a:lnTo>
                  <a:pt x="142977" y="18818"/>
                </a:lnTo>
                <a:lnTo>
                  <a:pt x="142875" y="18716"/>
                </a:lnTo>
                <a:lnTo>
                  <a:pt x="143386" y="18511"/>
                </a:lnTo>
                <a:lnTo>
                  <a:pt x="143284" y="18716"/>
                </a:lnTo>
                <a:lnTo>
                  <a:pt x="144731" y="18619"/>
                </a:lnTo>
                <a:lnTo>
                  <a:pt x="144731" y="18619"/>
                </a:lnTo>
                <a:lnTo>
                  <a:pt x="146045" y="19125"/>
                </a:lnTo>
                <a:lnTo>
                  <a:pt x="144920" y="19227"/>
                </a:lnTo>
                <a:lnTo>
                  <a:pt x="144818" y="19432"/>
                </a:lnTo>
                <a:lnTo>
                  <a:pt x="144614" y="19330"/>
                </a:lnTo>
                <a:lnTo>
                  <a:pt x="144511" y="19636"/>
                </a:lnTo>
                <a:lnTo>
                  <a:pt x="141750" y="19739"/>
                </a:lnTo>
                <a:lnTo>
                  <a:pt x="141341" y="20045"/>
                </a:lnTo>
                <a:lnTo>
                  <a:pt x="142261" y="20864"/>
                </a:lnTo>
                <a:lnTo>
                  <a:pt x="142261" y="21784"/>
                </a:lnTo>
                <a:lnTo>
                  <a:pt x="140318" y="21375"/>
                </a:lnTo>
                <a:lnTo>
                  <a:pt x="139909" y="22398"/>
                </a:lnTo>
                <a:lnTo>
                  <a:pt x="140011" y="23318"/>
                </a:lnTo>
                <a:lnTo>
                  <a:pt x="140114" y="23932"/>
                </a:lnTo>
                <a:lnTo>
                  <a:pt x="139807" y="23932"/>
                </a:lnTo>
                <a:lnTo>
                  <a:pt x="140011" y="23318"/>
                </a:lnTo>
                <a:lnTo>
                  <a:pt x="138886" y="24545"/>
                </a:lnTo>
                <a:lnTo>
                  <a:pt x="138375" y="24239"/>
                </a:lnTo>
                <a:lnTo>
                  <a:pt x="134693" y="24750"/>
                </a:lnTo>
                <a:lnTo>
                  <a:pt x="135307" y="25261"/>
                </a:lnTo>
                <a:lnTo>
                  <a:pt x="134795" y="25057"/>
                </a:lnTo>
                <a:lnTo>
                  <a:pt x="134693" y="24750"/>
                </a:lnTo>
                <a:lnTo>
                  <a:pt x="133773" y="24443"/>
                </a:lnTo>
                <a:lnTo>
                  <a:pt x="132852" y="24955"/>
                </a:lnTo>
                <a:lnTo>
                  <a:pt x="131625" y="24443"/>
                </a:lnTo>
                <a:lnTo>
                  <a:pt x="131625" y="24136"/>
                </a:lnTo>
                <a:lnTo>
                  <a:pt x="131318" y="23830"/>
                </a:lnTo>
                <a:lnTo>
                  <a:pt x="131420" y="23420"/>
                </a:lnTo>
                <a:lnTo>
                  <a:pt x="131727" y="23216"/>
                </a:lnTo>
                <a:lnTo>
                  <a:pt x="131625" y="23114"/>
                </a:lnTo>
                <a:lnTo>
                  <a:pt x="132341" y="22500"/>
                </a:lnTo>
                <a:lnTo>
                  <a:pt x="131932" y="22398"/>
                </a:lnTo>
                <a:lnTo>
                  <a:pt x="132034" y="21273"/>
                </a:lnTo>
                <a:lnTo>
                  <a:pt x="132034" y="21273"/>
                </a:lnTo>
                <a:lnTo>
                  <a:pt x="130602" y="21886"/>
                </a:lnTo>
                <a:lnTo>
                  <a:pt x="130602" y="22193"/>
                </a:lnTo>
                <a:lnTo>
                  <a:pt x="131011" y="22295"/>
                </a:lnTo>
                <a:lnTo>
                  <a:pt x="130705" y="22398"/>
                </a:lnTo>
                <a:lnTo>
                  <a:pt x="130295" y="22398"/>
                </a:lnTo>
                <a:lnTo>
                  <a:pt x="130295" y="23318"/>
                </a:lnTo>
                <a:lnTo>
                  <a:pt x="130909" y="24341"/>
                </a:lnTo>
                <a:lnTo>
                  <a:pt x="130807" y="24545"/>
                </a:lnTo>
                <a:lnTo>
                  <a:pt x="131625" y="25261"/>
                </a:lnTo>
                <a:lnTo>
                  <a:pt x="131011" y="25057"/>
                </a:lnTo>
                <a:lnTo>
                  <a:pt x="130705" y="25466"/>
                </a:lnTo>
                <a:lnTo>
                  <a:pt x="128864" y="25466"/>
                </a:lnTo>
                <a:lnTo>
                  <a:pt x="127739" y="26080"/>
                </a:lnTo>
                <a:lnTo>
                  <a:pt x="127432" y="27205"/>
                </a:lnTo>
                <a:lnTo>
                  <a:pt x="127227" y="27205"/>
                </a:lnTo>
                <a:lnTo>
                  <a:pt x="127534" y="27409"/>
                </a:lnTo>
                <a:lnTo>
                  <a:pt x="127534" y="27409"/>
                </a:lnTo>
                <a:lnTo>
                  <a:pt x="126818" y="27307"/>
                </a:lnTo>
                <a:lnTo>
                  <a:pt x="126818" y="27307"/>
                </a:lnTo>
                <a:lnTo>
                  <a:pt x="127432" y="27409"/>
                </a:lnTo>
                <a:lnTo>
                  <a:pt x="125386" y="28023"/>
                </a:lnTo>
                <a:lnTo>
                  <a:pt x="124977" y="28841"/>
                </a:lnTo>
                <a:lnTo>
                  <a:pt x="124261" y="29148"/>
                </a:lnTo>
                <a:lnTo>
                  <a:pt x="124466" y="29352"/>
                </a:lnTo>
                <a:lnTo>
                  <a:pt x="123239" y="29455"/>
                </a:lnTo>
                <a:lnTo>
                  <a:pt x="123136" y="29148"/>
                </a:lnTo>
                <a:lnTo>
                  <a:pt x="122727" y="29352"/>
                </a:lnTo>
                <a:lnTo>
                  <a:pt x="123034" y="30170"/>
                </a:lnTo>
                <a:lnTo>
                  <a:pt x="120375" y="30375"/>
                </a:lnTo>
                <a:lnTo>
                  <a:pt x="120784" y="30477"/>
                </a:lnTo>
                <a:lnTo>
                  <a:pt x="120477" y="30580"/>
                </a:lnTo>
                <a:lnTo>
                  <a:pt x="120682" y="30682"/>
                </a:lnTo>
                <a:lnTo>
                  <a:pt x="120375" y="30784"/>
                </a:lnTo>
                <a:lnTo>
                  <a:pt x="122011" y="31193"/>
                </a:lnTo>
                <a:lnTo>
                  <a:pt x="121909" y="31295"/>
                </a:lnTo>
                <a:lnTo>
                  <a:pt x="122114" y="31295"/>
                </a:lnTo>
                <a:lnTo>
                  <a:pt x="122114" y="31398"/>
                </a:lnTo>
                <a:lnTo>
                  <a:pt x="122727" y="31602"/>
                </a:lnTo>
                <a:lnTo>
                  <a:pt x="122420" y="31705"/>
                </a:lnTo>
                <a:lnTo>
                  <a:pt x="122523" y="32114"/>
                </a:lnTo>
                <a:lnTo>
                  <a:pt x="123239" y="32523"/>
                </a:lnTo>
                <a:lnTo>
                  <a:pt x="123341" y="33136"/>
                </a:lnTo>
                <a:lnTo>
                  <a:pt x="123136" y="33034"/>
                </a:lnTo>
                <a:lnTo>
                  <a:pt x="123750" y="33852"/>
                </a:lnTo>
                <a:lnTo>
                  <a:pt x="123750" y="33852"/>
                </a:lnTo>
                <a:lnTo>
                  <a:pt x="123239" y="33341"/>
                </a:lnTo>
                <a:lnTo>
                  <a:pt x="123136" y="34261"/>
                </a:lnTo>
                <a:lnTo>
                  <a:pt x="123239" y="34159"/>
                </a:lnTo>
                <a:lnTo>
                  <a:pt x="123239" y="34261"/>
                </a:lnTo>
                <a:lnTo>
                  <a:pt x="122830" y="35386"/>
                </a:lnTo>
                <a:lnTo>
                  <a:pt x="117409" y="35284"/>
                </a:lnTo>
                <a:lnTo>
                  <a:pt x="117307" y="35489"/>
                </a:lnTo>
                <a:lnTo>
                  <a:pt x="116898" y="35591"/>
                </a:lnTo>
                <a:lnTo>
                  <a:pt x="116693" y="36307"/>
                </a:lnTo>
                <a:lnTo>
                  <a:pt x="116898" y="36307"/>
                </a:lnTo>
                <a:lnTo>
                  <a:pt x="116898" y="36614"/>
                </a:lnTo>
                <a:lnTo>
                  <a:pt x="117000" y="36614"/>
                </a:lnTo>
                <a:lnTo>
                  <a:pt x="116182" y="40091"/>
                </a:lnTo>
                <a:lnTo>
                  <a:pt x="116795" y="39784"/>
                </a:lnTo>
                <a:lnTo>
                  <a:pt x="116386" y="40295"/>
                </a:lnTo>
                <a:lnTo>
                  <a:pt x="116687" y="40446"/>
                </a:lnTo>
                <a:lnTo>
                  <a:pt x="116687" y="40446"/>
                </a:lnTo>
                <a:lnTo>
                  <a:pt x="116489" y="41932"/>
                </a:lnTo>
                <a:lnTo>
                  <a:pt x="118330" y="41625"/>
                </a:lnTo>
                <a:lnTo>
                  <a:pt x="118739" y="42136"/>
                </a:lnTo>
                <a:lnTo>
                  <a:pt x="118841" y="42034"/>
                </a:lnTo>
                <a:lnTo>
                  <a:pt x="119455" y="42955"/>
                </a:lnTo>
                <a:lnTo>
                  <a:pt x="122420" y="42034"/>
                </a:lnTo>
                <a:lnTo>
                  <a:pt x="122727" y="41625"/>
                </a:lnTo>
                <a:lnTo>
                  <a:pt x="123545" y="41318"/>
                </a:lnTo>
                <a:lnTo>
                  <a:pt x="123852" y="40500"/>
                </a:lnTo>
                <a:lnTo>
                  <a:pt x="124261" y="40193"/>
                </a:lnTo>
                <a:lnTo>
                  <a:pt x="123955" y="39784"/>
                </a:lnTo>
                <a:lnTo>
                  <a:pt x="124773" y="38045"/>
                </a:lnTo>
                <a:lnTo>
                  <a:pt x="126818" y="36920"/>
                </a:lnTo>
                <a:lnTo>
                  <a:pt x="126818" y="35693"/>
                </a:lnTo>
                <a:lnTo>
                  <a:pt x="129682" y="35591"/>
                </a:lnTo>
                <a:lnTo>
                  <a:pt x="131318" y="34466"/>
                </a:lnTo>
                <a:lnTo>
                  <a:pt x="136943" y="38864"/>
                </a:lnTo>
                <a:lnTo>
                  <a:pt x="137250" y="38864"/>
                </a:lnTo>
                <a:lnTo>
                  <a:pt x="137761" y="40091"/>
                </a:lnTo>
                <a:lnTo>
                  <a:pt x="137557" y="40193"/>
                </a:lnTo>
                <a:lnTo>
                  <a:pt x="137352" y="40807"/>
                </a:lnTo>
                <a:lnTo>
                  <a:pt x="137761" y="41011"/>
                </a:lnTo>
                <a:lnTo>
                  <a:pt x="138170" y="39989"/>
                </a:lnTo>
                <a:lnTo>
                  <a:pt x="138580" y="39886"/>
                </a:lnTo>
                <a:lnTo>
                  <a:pt x="138477" y="39375"/>
                </a:lnTo>
                <a:lnTo>
                  <a:pt x="138068" y="39170"/>
                </a:lnTo>
                <a:lnTo>
                  <a:pt x="138375" y="38455"/>
                </a:lnTo>
                <a:lnTo>
                  <a:pt x="139602" y="38966"/>
                </a:lnTo>
                <a:lnTo>
                  <a:pt x="137455" y="37432"/>
                </a:lnTo>
                <a:lnTo>
                  <a:pt x="137557" y="37023"/>
                </a:lnTo>
                <a:lnTo>
                  <a:pt x="136432" y="36818"/>
                </a:lnTo>
                <a:lnTo>
                  <a:pt x="134182" y="34057"/>
                </a:lnTo>
                <a:lnTo>
                  <a:pt x="134284" y="33341"/>
                </a:lnTo>
                <a:lnTo>
                  <a:pt x="135307" y="33239"/>
                </a:lnTo>
                <a:lnTo>
                  <a:pt x="135205" y="33750"/>
                </a:lnTo>
                <a:lnTo>
                  <a:pt x="135716" y="33750"/>
                </a:lnTo>
                <a:lnTo>
                  <a:pt x="135818" y="33545"/>
                </a:lnTo>
                <a:lnTo>
                  <a:pt x="136841" y="34670"/>
                </a:lnTo>
                <a:lnTo>
                  <a:pt x="136534" y="34670"/>
                </a:lnTo>
                <a:lnTo>
                  <a:pt x="138784" y="36102"/>
                </a:lnTo>
                <a:lnTo>
                  <a:pt x="138170" y="35898"/>
                </a:lnTo>
                <a:lnTo>
                  <a:pt x="140420" y="37330"/>
                </a:lnTo>
                <a:lnTo>
                  <a:pt x="140420" y="38557"/>
                </a:lnTo>
                <a:lnTo>
                  <a:pt x="140318" y="38557"/>
                </a:lnTo>
                <a:lnTo>
                  <a:pt x="141955" y="39989"/>
                </a:lnTo>
                <a:lnTo>
                  <a:pt x="141648" y="39989"/>
                </a:lnTo>
                <a:lnTo>
                  <a:pt x="141955" y="40398"/>
                </a:lnTo>
                <a:lnTo>
                  <a:pt x="143080" y="40500"/>
                </a:lnTo>
                <a:lnTo>
                  <a:pt x="143489" y="40807"/>
                </a:lnTo>
                <a:lnTo>
                  <a:pt x="143489" y="40909"/>
                </a:lnTo>
                <a:lnTo>
                  <a:pt x="142159" y="40909"/>
                </a:lnTo>
                <a:lnTo>
                  <a:pt x="142773" y="42239"/>
                </a:lnTo>
                <a:lnTo>
                  <a:pt x="143284" y="42545"/>
                </a:lnTo>
                <a:lnTo>
                  <a:pt x="143898" y="42545"/>
                </a:lnTo>
                <a:lnTo>
                  <a:pt x="143489" y="41318"/>
                </a:lnTo>
                <a:lnTo>
                  <a:pt x="144102" y="41523"/>
                </a:lnTo>
                <a:lnTo>
                  <a:pt x="144102" y="41523"/>
                </a:lnTo>
                <a:lnTo>
                  <a:pt x="143591" y="41011"/>
                </a:lnTo>
                <a:lnTo>
                  <a:pt x="144205" y="41011"/>
                </a:lnTo>
                <a:lnTo>
                  <a:pt x="144409" y="40807"/>
                </a:lnTo>
                <a:lnTo>
                  <a:pt x="143182" y="39989"/>
                </a:lnTo>
                <a:lnTo>
                  <a:pt x="143591" y="39784"/>
                </a:lnTo>
                <a:lnTo>
                  <a:pt x="143386" y="39682"/>
                </a:lnTo>
                <a:lnTo>
                  <a:pt x="143591" y="39580"/>
                </a:lnTo>
                <a:lnTo>
                  <a:pt x="143693" y="39784"/>
                </a:lnTo>
                <a:lnTo>
                  <a:pt x="143591" y="39477"/>
                </a:lnTo>
                <a:lnTo>
                  <a:pt x="143080" y="38761"/>
                </a:lnTo>
                <a:lnTo>
                  <a:pt x="143284" y="38352"/>
                </a:lnTo>
                <a:lnTo>
                  <a:pt x="143740" y="38678"/>
                </a:lnTo>
                <a:lnTo>
                  <a:pt x="143740" y="38678"/>
                </a:lnTo>
                <a:lnTo>
                  <a:pt x="144205" y="38864"/>
                </a:lnTo>
                <a:lnTo>
                  <a:pt x="144102" y="38557"/>
                </a:lnTo>
                <a:lnTo>
                  <a:pt x="144511" y="38761"/>
                </a:lnTo>
                <a:lnTo>
                  <a:pt x="144000" y="38250"/>
                </a:lnTo>
                <a:lnTo>
                  <a:pt x="145636" y="38045"/>
                </a:lnTo>
                <a:lnTo>
                  <a:pt x="145943" y="38250"/>
                </a:lnTo>
                <a:lnTo>
                  <a:pt x="146557" y="38250"/>
                </a:lnTo>
                <a:lnTo>
                  <a:pt x="146045" y="38864"/>
                </a:lnTo>
                <a:lnTo>
                  <a:pt x="146864" y="39989"/>
                </a:lnTo>
                <a:lnTo>
                  <a:pt x="146761" y="40295"/>
                </a:lnTo>
                <a:lnTo>
                  <a:pt x="147068" y="40398"/>
                </a:lnTo>
                <a:lnTo>
                  <a:pt x="146659" y="40602"/>
                </a:lnTo>
                <a:lnTo>
                  <a:pt x="146455" y="40295"/>
                </a:lnTo>
                <a:lnTo>
                  <a:pt x="146352" y="40705"/>
                </a:lnTo>
                <a:lnTo>
                  <a:pt x="146864" y="40807"/>
                </a:lnTo>
                <a:lnTo>
                  <a:pt x="147477" y="41727"/>
                </a:lnTo>
                <a:lnTo>
                  <a:pt x="147375" y="41830"/>
                </a:lnTo>
                <a:lnTo>
                  <a:pt x="147273" y="41932"/>
                </a:lnTo>
                <a:lnTo>
                  <a:pt x="148091" y="41932"/>
                </a:lnTo>
                <a:lnTo>
                  <a:pt x="147477" y="42239"/>
                </a:lnTo>
                <a:lnTo>
                  <a:pt x="147989" y="42239"/>
                </a:lnTo>
                <a:lnTo>
                  <a:pt x="147989" y="42341"/>
                </a:lnTo>
                <a:lnTo>
                  <a:pt x="148602" y="42239"/>
                </a:lnTo>
                <a:lnTo>
                  <a:pt x="149523" y="42852"/>
                </a:lnTo>
                <a:lnTo>
                  <a:pt x="150136" y="42648"/>
                </a:lnTo>
                <a:lnTo>
                  <a:pt x="150341" y="42136"/>
                </a:lnTo>
                <a:lnTo>
                  <a:pt x="152080" y="42955"/>
                </a:lnTo>
                <a:lnTo>
                  <a:pt x="152898" y="42852"/>
                </a:lnTo>
                <a:lnTo>
                  <a:pt x="153511" y="42239"/>
                </a:lnTo>
                <a:lnTo>
                  <a:pt x="154227" y="42443"/>
                </a:lnTo>
                <a:lnTo>
                  <a:pt x="154636" y="42136"/>
                </a:lnTo>
                <a:lnTo>
                  <a:pt x="154023" y="47659"/>
                </a:lnTo>
                <a:lnTo>
                  <a:pt x="152489" y="48068"/>
                </a:lnTo>
                <a:lnTo>
                  <a:pt x="152080" y="47864"/>
                </a:lnTo>
                <a:lnTo>
                  <a:pt x="151773" y="47864"/>
                </a:lnTo>
                <a:lnTo>
                  <a:pt x="151773" y="47761"/>
                </a:lnTo>
                <a:lnTo>
                  <a:pt x="151261" y="47557"/>
                </a:lnTo>
                <a:lnTo>
                  <a:pt x="150648" y="47761"/>
                </a:lnTo>
                <a:lnTo>
                  <a:pt x="150955" y="47557"/>
                </a:lnTo>
                <a:lnTo>
                  <a:pt x="150955" y="47557"/>
                </a:lnTo>
                <a:lnTo>
                  <a:pt x="149114" y="48170"/>
                </a:lnTo>
                <a:lnTo>
                  <a:pt x="146148" y="47659"/>
                </a:lnTo>
                <a:lnTo>
                  <a:pt x="145739" y="47148"/>
                </a:lnTo>
                <a:lnTo>
                  <a:pt x="144102" y="46739"/>
                </a:lnTo>
                <a:lnTo>
                  <a:pt x="144000" y="46432"/>
                </a:lnTo>
                <a:lnTo>
                  <a:pt x="143489" y="46227"/>
                </a:lnTo>
                <a:lnTo>
                  <a:pt x="141955" y="46534"/>
                </a:lnTo>
                <a:lnTo>
                  <a:pt x="141443" y="47250"/>
                </a:lnTo>
                <a:lnTo>
                  <a:pt x="141648" y="48170"/>
                </a:lnTo>
                <a:lnTo>
                  <a:pt x="140114" y="48580"/>
                </a:lnTo>
                <a:lnTo>
                  <a:pt x="133773" y="45818"/>
                </a:lnTo>
                <a:lnTo>
                  <a:pt x="133875" y="45818"/>
                </a:lnTo>
                <a:lnTo>
                  <a:pt x="132750" y="44898"/>
                </a:lnTo>
                <a:lnTo>
                  <a:pt x="133568" y="43670"/>
                </a:lnTo>
                <a:lnTo>
                  <a:pt x="133159" y="43057"/>
                </a:lnTo>
                <a:lnTo>
                  <a:pt x="133466" y="41932"/>
                </a:lnTo>
                <a:lnTo>
                  <a:pt x="132852" y="42136"/>
                </a:lnTo>
                <a:lnTo>
                  <a:pt x="132852" y="41830"/>
                </a:lnTo>
                <a:lnTo>
                  <a:pt x="132545" y="41727"/>
                </a:lnTo>
                <a:lnTo>
                  <a:pt x="132545" y="41625"/>
                </a:lnTo>
                <a:lnTo>
                  <a:pt x="130807" y="42136"/>
                </a:lnTo>
                <a:lnTo>
                  <a:pt x="130295" y="41830"/>
                </a:lnTo>
                <a:lnTo>
                  <a:pt x="122318" y="43977"/>
                </a:lnTo>
                <a:lnTo>
                  <a:pt x="121602" y="43670"/>
                </a:lnTo>
                <a:lnTo>
                  <a:pt x="120477" y="43875"/>
                </a:lnTo>
                <a:lnTo>
                  <a:pt x="119659" y="43057"/>
                </a:lnTo>
                <a:lnTo>
                  <a:pt x="115568" y="48477"/>
                </a:lnTo>
                <a:lnTo>
                  <a:pt x="115773" y="48784"/>
                </a:lnTo>
                <a:lnTo>
                  <a:pt x="114034" y="50932"/>
                </a:lnTo>
                <a:lnTo>
                  <a:pt x="112909" y="51239"/>
                </a:lnTo>
                <a:lnTo>
                  <a:pt x="109943" y="55739"/>
                </a:lnTo>
                <a:lnTo>
                  <a:pt x="109943" y="55739"/>
                </a:lnTo>
                <a:lnTo>
                  <a:pt x="110148" y="55534"/>
                </a:lnTo>
                <a:lnTo>
                  <a:pt x="110148" y="55534"/>
                </a:lnTo>
                <a:lnTo>
                  <a:pt x="108920" y="58602"/>
                </a:lnTo>
                <a:lnTo>
                  <a:pt x="109432" y="58807"/>
                </a:lnTo>
                <a:lnTo>
                  <a:pt x="109432" y="60034"/>
                </a:lnTo>
                <a:lnTo>
                  <a:pt x="109636" y="59932"/>
                </a:lnTo>
                <a:lnTo>
                  <a:pt x="109330" y="63716"/>
                </a:lnTo>
                <a:lnTo>
                  <a:pt x="108409" y="64841"/>
                </a:lnTo>
                <a:lnTo>
                  <a:pt x="109023" y="65659"/>
                </a:lnTo>
                <a:lnTo>
                  <a:pt x="109227" y="65557"/>
                </a:lnTo>
                <a:lnTo>
                  <a:pt x="109227" y="66170"/>
                </a:lnTo>
                <a:lnTo>
                  <a:pt x="110250" y="66170"/>
                </a:lnTo>
                <a:lnTo>
                  <a:pt x="109330" y="66375"/>
                </a:lnTo>
                <a:lnTo>
                  <a:pt x="109227" y="66273"/>
                </a:lnTo>
                <a:lnTo>
                  <a:pt x="109023" y="67091"/>
                </a:lnTo>
                <a:lnTo>
                  <a:pt x="109023" y="67091"/>
                </a:lnTo>
                <a:lnTo>
                  <a:pt x="109227" y="66989"/>
                </a:lnTo>
                <a:lnTo>
                  <a:pt x="109739" y="67909"/>
                </a:lnTo>
                <a:lnTo>
                  <a:pt x="110557" y="67705"/>
                </a:lnTo>
                <a:lnTo>
                  <a:pt x="110557" y="67705"/>
                </a:lnTo>
                <a:lnTo>
                  <a:pt x="110148" y="67909"/>
                </a:lnTo>
                <a:lnTo>
                  <a:pt x="110557" y="68114"/>
                </a:lnTo>
                <a:lnTo>
                  <a:pt x="110148" y="68318"/>
                </a:lnTo>
                <a:lnTo>
                  <a:pt x="110250" y="68318"/>
                </a:lnTo>
                <a:lnTo>
                  <a:pt x="110455" y="68523"/>
                </a:lnTo>
                <a:lnTo>
                  <a:pt x="110352" y="68727"/>
                </a:lnTo>
                <a:lnTo>
                  <a:pt x="110557" y="68625"/>
                </a:lnTo>
                <a:lnTo>
                  <a:pt x="110659" y="68932"/>
                </a:lnTo>
                <a:lnTo>
                  <a:pt x="110864" y="69034"/>
                </a:lnTo>
                <a:lnTo>
                  <a:pt x="110966" y="68932"/>
                </a:lnTo>
                <a:lnTo>
                  <a:pt x="111375" y="69648"/>
                </a:lnTo>
                <a:lnTo>
                  <a:pt x="111784" y="69852"/>
                </a:lnTo>
                <a:lnTo>
                  <a:pt x="111784" y="70261"/>
                </a:lnTo>
                <a:lnTo>
                  <a:pt x="112295" y="70875"/>
                </a:lnTo>
                <a:lnTo>
                  <a:pt x="112193" y="71182"/>
                </a:lnTo>
                <a:lnTo>
                  <a:pt x="112500" y="71182"/>
                </a:lnTo>
                <a:lnTo>
                  <a:pt x="112193" y="71284"/>
                </a:lnTo>
                <a:lnTo>
                  <a:pt x="117511" y="75477"/>
                </a:lnTo>
                <a:lnTo>
                  <a:pt x="119557" y="74761"/>
                </a:lnTo>
                <a:lnTo>
                  <a:pt x="119250" y="74761"/>
                </a:lnTo>
                <a:lnTo>
                  <a:pt x="120477" y="74659"/>
                </a:lnTo>
                <a:lnTo>
                  <a:pt x="119966" y="74659"/>
                </a:lnTo>
                <a:lnTo>
                  <a:pt x="121295" y="74557"/>
                </a:lnTo>
                <a:lnTo>
                  <a:pt x="121398" y="74761"/>
                </a:lnTo>
                <a:lnTo>
                  <a:pt x="127534" y="73227"/>
                </a:lnTo>
                <a:lnTo>
                  <a:pt x="127330" y="73432"/>
                </a:lnTo>
                <a:lnTo>
                  <a:pt x="129170" y="74455"/>
                </a:lnTo>
                <a:lnTo>
                  <a:pt x="129170" y="74761"/>
                </a:lnTo>
                <a:lnTo>
                  <a:pt x="129068" y="74761"/>
                </a:lnTo>
                <a:lnTo>
                  <a:pt x="129886" y="75477"/>
                </a:lnTo>
                <a:lnTo>
                  <a:pt x="130091" y="75477"/>
                </a:lnTo>
                <a:lnTo>
                  <a:pt x="130398" y="75580"/>
                </a:lnTo>
                <a:lnTo>
                  <a:pt x="130295" y="75170"/>
                </a:lnTo>
                <a:lnTo>
                  <a:pt x="130398" y="75477"/>
                </a:lnTo>
                <a:lnTo>
                  <a:pt x="130602" y="75170"/>
                </a:lnTo>
                <a:lnTo>
                  <a:pt x="131420" y="75375"/>
                </a:lnTo>
                <a:lnTo>
                  <a:pt x="131625" y="74966"/>
                </a:lnTo>
                <a:lnTo>
                  <a:pt x="132341" y="75784"/>
                </a:lnTo>
                <a:lnTo>
                  <a:pt x="132955" y="75886"/>
                </a:lnTo>
                <a:lnTo>
                  <a:pt x="132852" y="79466"/>
                </a:lnTo>
                <a:lnTo>
                  <a:pt x="132648" y="79568"/>
                </a:lnTo>
                <a:lnTo>
                  <a:pt x="133261" y="79875"/>
                </a:lnTo>
                <a:lnTo>
                  <a:pt x="133057" y="79977"/>
                </a:lnTo>
                <a:lnTo>
                  <a:pt x="132648" y="79670"/>
                </a:lnTo>
                <a:lnTo>
                  <a:pt x="132443" y="80591"/>
                </a:lnTo>
                <a:lnTo>
                  <a:pt x="132034" y="80693"/>
                </a:lnTo>
                <a:lnTo>
                  <a:pt x="132852" y="81716"/>
                </a:lnTo>
                <a:lnTo>
                  <a:pt x="132852" y="81716"/>
                </a:lnTo>
                <a:lnTo>
                  <a:pt x="132341" y="81409"/>
                </a:lnTo>
                <a:lnTo>
                  <a:pt x="132750" y="82023"/>
                </a:lnTo>
                <a:lnTo>
                  <a:pt x="132648" y="82023"/>
                </a:lnTo>
                <a:lnTo>
                  <a:pt x="133261" y="82636"/>
                </a:lnTo>
                <a:lnTo>
                  <a:pt x="132955" y="82534"/>
                </a:lnTo>
                <a:lnTo>
                  <a:pt x="135205" y="85909"/>
                </a:lnTo>
                <a:lnTo>
                  <a:pt x="136023" y="86114"/>
                </a:lnTo>
                <a:lnTo>
                  <a:pt x="135307" y="86318"/>
                </a:lnTo>
                <a:lnTo>
                  <a:pt x="135920" y="89284"/>
                </a:lnTo>
                <a:lnTo>
                  <a:pt x="136023" y="89182"/>
                </a:lnTo>
                <a:lnTo>
                  <a:pt x="136432" y="92557"/>
                </a:lnTo>
                <a:lnTo>
                  <a:pt x="134795" y="96648"/>
                </a:lnTo>
                <a:lnTo>
                  <a:pt x="137045" y="103602"/>
                </a:lnTo>
                <a:lnTo>
                  <a:pt x="136943" y="103602"/>
                </a:lnTo>
                <a:lnTo>
                  <a:pt x="140011" y="115364"/>
                </a:lnTo>
                <a:lnTo>
                  <a:pt x="146148" y="114955"/>
                </a:lnTo>
                <a:lnTo>
                  <a:pt x="146557" y="114648"/>
                </a:lnTo>
                <a:lnTo>
                  <a:pt x="147068" y="114648"/>
                </a:lnTo>
                <a:lnTo>
                  <a:pt x="152693" y="109125"/>
                </a:lnTo>
                <a:lnTo>
                  <a:pt x="153205" y="106977"/>
                </a:lnTo>
                <a:lnTo>
                  <a:pt x="153102" y="107080"/>
                </a:lnTo>
                <a:lnTo>
                  <a:pt x="153205" y="106875"/>
                </a:lnTo>
                <a:lnTo>
                  <a:pt x="153205" y="106977"/>
                </a:lnTo>
                <a:lnTo>
                  <a:pt x="155659" y="104523"/>
                </a:lnTo>
                <a:lnTo>
                  <a:pt x="155659" y="102784"/>
                </a:lnTo>
                <a:lnTo>
                  <a:pt x="155557" y="103091"/>
                </a:lnTo>
                <a:lnTo>
                  <a:pt x="155045" y="100330"/>
                </a:lnTo>
                <a:lnTo>
                  <a:pt x="160670" y="95932"/>
                </a:lnTo>
                <a:lnTo>
                  <a:pt x="160875" y="91125"/>
                </a:lnTo>
                <a:lnTo>
                  <a:pt x="160057" y="90307"/>
                </a:lnTo>
                <a:lnTo>
                  <a:pt x="159955" y="87136"/>
                </a:lnTo>
                <a:lnTo>
                  <a:pt x="159341" y="86523"/>
                </a:lnTo>
                <a:lnTo>
                  <a:pt x="161284" y="82125"/>
                </a:lnTo>
                <a:lnTo>
                  <a:pt x="161693" y="82023"/>
                </a:lnTo>
                <a:lnTo>
                  <a:pt x="170591" y="69341"/>
                </a:lnTo>
                <a:lnTo>
                  <a:pt x="170386" y="69136"/>
                </a:lnTo>
                <a:lnTo>
                  <a:pt x="170284" y="69341"/>
                </a:lnTo>
                <a:lnTo>
                  <a:pt x="170182" y="67807"/>
                </a:lnTo>
                <a:lnTo>
                  <a:pt x="164557" y="69341"/>
                </a:lnTo>
                <a:lnTo>
                  <a:pt x="162511" y="68114"/>
                </a:lnTo>
                <a:lnTo>
                  <a:pt x="163330" y="67602"/>
                </a:lnTo>
                <a:lnTo>
                  <a:pt x="162920" y="66784"/>
                </a:lnTo>
                <a:lnTo>
                  <a:pt x="162920" y="66886"/>
                </a:lnTo>
                <a:lnTo>
                  <a:pt x="159955" y="64125"/>
                </a:lnTo>
                <a:lnTo>
                  <a:pt x="159955" y="64534"/>
                </a:lnTo>
                <a:lnTo>
                  <a:pt x="157193" y="58295"/>
                </a:lnTo>
                <a:lnTo>
                  <a:pt x="157193" y="58295"/>
                </a:lnTo>
                <a:lnTo>
                  <a:pt x="157295" y="58398"/>
                </a:lnTo>
                <a:lnTo>
                  <a:pt x="156375" y="56761"/>
                </a:lnTo>
                <a:lnTo>
                  <a:pt x="155966" y="56557"/>
                </a:lnTo>
                <a:lnTo>
                  <a:pt x="155659" y="56148"/>
                </a:lnTo>
                <a:lnTo>
                  <a:pt x="155864" y="55432"/>
                </a:lnTo>
                <a:lnTo>
                  <a:pt x="152591" y="49193"/>
                </a:lnTo>
                <a:lnTo>
                  <a:pt x="152591" y="49193"/>
                </a:lnTo>
                <a:lnTo>
                  <a:pt x="153716" y="51136"/>
                </a:lnTo>
                <a:lnTo>
                  <a:pt x="154330" y="50830"/>
                </a:lnTo>
                <a:lnTo>
                  <a:pt x="154739" y="49602"/>
                </a:lnTo>
                <a:lnTo>
                  <a:pt x="154534" y="51136"/>
                </a:lnTo>
                <a:lnTo>
                  <a:pt x="158727" y="56557"/>
                </a:lnTo>
                <a:lnTo>
                  <a:pt x="158625" y="56557"/>
                </a:lnTo>
                <a:lnTo>
                  <a:pt x="162614" y="64330"/>
                </a:lnTo>
                <a:lnTo>
                  <a:pt x="162511" y="64227"/>
                </a:lnTo>
                <a:lnTo>
                  <a:pt x="162511" y="64227"/>
                </a:lnTo>
                <a:lnTo>
                  <a:pt x="163330" y="66989"/>
                </a:lnTo>
                <a:lnTo>
                  <a:pt x="171102" y="63818"/>
                </a:lnTo>
                <a:lnTo>
                  <a:pt x="171102" y="63409"/>
                </a:lnTo>
                <a:lnTo>
                  <a:pt x="173557" y="62489"/>
                </a:lnTo>
                <a:lnTo>
                  <a:pt x="173659" y="61977"/>
                </a:lnTo>
                <a:lnTo>
                  <a:pt x="174580" y="61568"/>
                </a:lnTo>
                <a:lnTo>
                  <a:pt x="174989" y="60750"/>
                </a:lnTo>
                <a:lnTo>
                  <a:pt x="175807" y="60443"/>
                </a:lnTo>
                <a:lnTo>
                  <a:pt x="175705" y="59625"/>
                </a:lnTo>
                <a:lnTo>
                  <a:pt x="176114" y="58807"/>
                </a:lnTo>
                <a:lnTo>
                  <a:pt x="176216" y="59114"/>
                </a:lnTo>
                <a:lnTo>
                  <a:pt x="177341" y="57170"/>
                </a:lnTo>
                <a:lnTo>
                  <a:pt x="174273" y="54920"/>
                </a:lnTo>
                <a:lnTo>
                  <a:pt x="173864" y="52977"/>
                </a:lnTo>
                <a:lnTo>
                  <a:pt x="172330" y="55023"/>
                </a:lnTo>
                <a:lnTo>
                  <a:pt x="170080" y="55330"/>
                </a:lnTo>
                <a:lnTo>
                  <a:pt x="169875" y="55023"/>
                </a:lnTo>
                <a:lnTo>
                  <a:pt x="169568" y="55023"/>
                </a:lnTo>
                <a:lnTo>
                  <a:pt x="169670" y="54818"/>
                </a:lnTo>
                <a:lnTo>
                  <a:pt x="169466" y="54716"/>
                </a:lnTo>
                <a:lnTo>
                  <a:pt x="169670" y="54000"/>
                </a:lnTo>
                <a:lnTo>
                  <a:pt x="169466" y="53284"/>
                </a:lnTo>
                <a:lnTo>
                  <a:pt x="169057" y="53795"/>
                </a:lnTo>
                <a:lnTo>
                  <a:pt x="169057" y="54511"/>
                </a:lnTo>
                <a:lnTo>
                  <a:pt x="168239" y="53182"/>
                </a:lnTo>
                <a:lnTo>
                  <a:pt x="168341" y="53182"/>
                </a:lnTo>
                <a:lnTo>
                  <a:pt x="168239" y="52568"/>
                </a:lnTo>
                <a:lnTo>
                  <a:pt x="168341" y="52568"/>
                </a:lnTo>
                <a:lnTo>
                  <a:pt x="165886" y="49807"/>
                </a:lnTo>
                <a:lnTo>
                  <a:pt x="166193" y="49602"/>
                </a:lnTo>
                <a:lnTo>
                  <a:pt x="165989" y="49193"/>
                </a:lnTo>
                <a:lnTo>
                  <a:pt x="166398" y="49295"/>
                </a:lnTo>
                <a:lnTo>
                  <a:pt x="166807" y="48682"/>
                </a:lnTo>
                <a:lnTo>
                  <a:pt x="166807" y="48784"/>
                </a:lnTo>
                <a:lnTo>
                  <a:pt x="171409" y="52568"/>
                </a:lnTo>
                <a:lnTo>
                  <a:pt x="172943" y="52466"/>
                </a:lnTo>
                <a:lnTo>
                  <a:pt x="173557" y="52057"/>
                </a:lnTo>
                <a:lnTo>
                  <a:pt x="174273" y="52364"/>
                </a:lnTo>
                <a:lnTo>
                  <a:pt x="174580" y="53182"/>
                </a:lnTo>
                <a:lnTo>
                  <a:pt x="177545" y="54000"/>
                </a:lnTo>
                <a:lnTo>
                  <a:pt x="177648" y="53898"/>
                </a:lnTo>
                <a:lnTo>
                  <a:pt x="177750" y="54000"/>
                </a:lnTo>
                <a:lnTo>
                  <a:pt x="182761" y="53898"/>
                </a:lnTo>
                <a:lnTo>
                  <a:pt x="182557" y="53795"/>
                </a:lnTo>
                <a:lnTo>
                  <a:pt x="182557" y="53795"/>
                </a:lnTo>
                <a:lnTo>
                  <a:pt x="182864" y="53898"/>
                </a:lnTo>
                <a:lnTo>
                  <a:pt x="182966" y="53898"/>
                </a:lnTo>
                <a:lnTo>
                  <a:pt x="184091" y="55432"/>
                </a:lnTo>
                <a:lnTo>
                  <a:pt x="184500" y="55636"/>
                </a:lnTo>
                <a:lnTo>
                  <a:pt x="184500" y="55534"/>
                </a:lnTo>
                <a:lnTo>
                  <a:pt x="185114" y="55534"/>
                </a:lnTo>
                <a:lnTo>
                  <a:pt x="184909" y="56045"/>
                </a:lnTo>
                <a:lnTo>
                  <a:pt x="185727" y="56557"/>
                </a:lnTo>
                <a:lnTo>
                  <a:pt x="186750" y="56250"/>
                </a:lnTo>
                <a:lnTo>
                  <a:pt x="185727" y="57068"/>
                </a:lnTo>
                <a:lnTo>
                  <a:pt x="185420" y="57068"/>
                </a:lnTo>
                <a:lnTo>
                  <a:pt x="187568" y="58602"/>
                </a:lnTo>
                <a:lnTo>
                  <a:pt x="188386" y="58193"/>
                </a:lnTo>
                <a:lnTo>
                  <a:pt x="188284" y="57170"/>
                </a:lnTo>
                <a:lnTo>
                  <a:pt x="188898" y="57170"/>
                </a:lnTo>
                <a:lnTo>
                  <a:pt x="188693" y="57682"/>
                </a:lnTo>
                <a:lnTo>
                  <a:pt x="189205" y="57682"/>
                </a:lnTo>
                <a:lnTo>
                  <a:pt x="188795" y="57989"/>
                </a:lnTo>
                <a:lnTo>
                  <a:pt x="188898" y="57989"/>
                </a:lnTo>
                <a:lnTo>
                  <a:pt x="189307" y="60239"/>
                </a:lnTo>
                <a:lnTo>
                  <a:pt x="189205" y="60239"/>
                </a:lnTo>
                <a:lnTo>
                  <a:pt x="189205" y="60545"/>
                </a:lnTo>
                <a:lnTo>
                  <a:pt x="189307" y="60341"/>
                </a:lnTo>
                <a:lnTo>
                  <a:pt x="190636" y="64227"/>
                </a:lnTo>
                <a:lnTo>
                  <a:pt x="190534" y="64227"/>
                </a:lnTo>
                <a:lnTo>
                  <a:pt x="193160" y="69965"/>
                </a:lnTo>
                <a:lnTo>
                  <a:pt x="194216" y="71693"/>
                </a:lnTo>
                <a:lnTo>
                  <a:pt x="195955" y="70568"/>
                </a:lnTo>
                <a:lnTo>
                  <a:pt x="195545" y="70261"/>
                </a:lnTo>
                <a:lnTo>
                  <a:pt x="195852" y="69443"/>
                </a:lnTo>
                <a:lnTo>
                  <a:pt x="196364" y="69239"/>
                </a:lnTo>
                <a:lnTo>
                  <a:pt x="196568" y="66375"/>
                </a:lnTo>
                <a:lnTo>
                  <a:pt x="196466" y="66170"/>
                </a:lnTo>
                <a:lnTo>
                  <a:pt x="196261" y="63920"/>
                </a:lnTo>
                <a:lnTo>
                  <a:pt x="196875" y="63818"/>
                </a:lnTo>
                <a:lnTo>
                  <a:pt x="200455" y="59830"/>
                </a:lnTo>
                <a:lnTo>
                  <a:pt x="200250" y="59932"/>
                </a:lnTo>
                <a:lnTo>
                  <a:pt x="200250" y="59932"/>
                </a:lnTo>
                <a:lnTo>
                  <a:pt x="201580" y="58705"/>
                </a:lnTo>
                <a:lnTo>
                  <a:pt x="201477" y="58091"/>
                </a:lnTo>
                <a:lnTo>
                  <a:pt x="202398" y="57580"/>
                </a:lnTo>
                <a:lnTo>
                  <a:pt x="202295" y="57068"/>
                </a:lnTo>
                <a:lnTo>
                  <a:pt x="202500" y="57580"/>
                </a:lnTo>
                <a:lnTo>
                  <a:pt x="202705" y="57682"/>
                </a:lnTo>
                <a:lnTo>
                  <a:pt x="202909" y="57273"/>
                </a:lnTo>
                <a:lnTo>
                  <a:pt x="203114" y="57886"/>
                </a:lnTo>
                <a:lnTo>
                  <a:pt x="203216" y="57682"/>
                </a:lnTo>
                <a:lnTo>
                  <a:pt x="203420" y="57784"/>
                </a:lnTo>
                <a:lnTo>
                  <a:pt x="203420" y="57784"/>
                </a:lnTo>
                <a:lnTo>
                  <a:pt x="203216" y="57477"/>
                </a:lnTo>
                <a:lnTo>
                  <a:pt x="203318" y="57273"/>
                </a:lnTo>
                <a:lnTo>
                  <a:pt x="203625" y="57682"/>
                </a:lnTo>
                <a:lnTo>
                  <a:pt x="203625" y="57170"/>
                </a:lnTo>
                <a:lnTo>
                  <a:pt x="203830" y="57682"/>
                </a:lnTo>
                <a:lnTo>
                  <a:pt x="204136" y="56966"/>
                </a:lnTo>
                <a:lnTo>
                  <a:pt x="204136" y="57375"/>
                </a:lnTo>
                <a:lnTo>
                  <a:pt x="204341" y="57273"/>
                </a:lnTo>
                <a:lnTo>
                  <a:pt x="204341" y="57580"/>
                </a:lnTo>
                <a:lnTo>
                  <a:pt x="204648" y="57170"/>
                </a:lnTo>
                <a:lnTo>
                  <a:pt x="204545" y="56250"/>
                </a:lnTo>
                <a:lnTo>
                  <a:pt x="204239" y="55943"/>
                </a:lnTo>
                <a:lnTo>
                  <a:pt x="204443" y="55943"/>
                </a:lnTo>
                <a:lnTo>
                  <a:pt x="204443" y="55739"/>
                </a:lnTo>
                <a:lnTo>
                  <a:pt x="205773" y="57068"/>
                </a:lnTo>
                <a:lnTo>
                  <a:pt x="206795" y="59216"/>
                </a:lnTo>
                <a:lnTo>
                  <a:pt x="206795" y="58909"/>
                </a:lnTo>
                <a:lnTo>
                  <a:pt x="207102" y="59011"/>
                </a:lnTo>
                <a:lnTo>
                  <a:pt x="207307" y="59625"/>
                </a:lnTo>
                <a:lnTo>
                  <a:pt x="207307" y="59420"/>
                </a:lnTo>
                <a:lnTo>
                  <a:pt x="207818" y="59523"/>
                </a:lnTo>
                <a:lnTo>
                  <a:pt x="208125" y="60136"/>
                </a:lnTo>
                <a:lnTo>
                  <a:pt x="207716" y="60136"/>
                </a:lnTo>
                <a:lnTo>
                  <a:pt x="208125" y="60648"/>
                </a:lnTo>
                <a:lnTo>
                  <a:pt x="208125" y="60239"/>
                </a:lnTo>
                <a:lnTo>
                  <a:pt x="208432" y="60750"/>
                </a:lnTo>
                <a:lnTo>
                  <a:pt x="208330" y="60750"/>
                </a:lnTo>
                <a:lnTo>
                  <a:pt x="208739" y="63614"/>
                </a:lnTo>
                <a:lnTo>
                  <a:pt x="209148" y="63102"/>
                </a:lnTo>
                <a:lnTo>
                  <a:pt x="209148" y="63716"/>
                </a:lnTo>
                <a:lnTo>
                  <a:pt x="209352" y="63409"/>
                </a:lnTo>
                <a:lnTo>
                  <a:pt x="210170" y="63409"/>
                </a:lnTo>
                <a:lnTo>
                  <a:pt x="210477" y="63205"/>
                </a:lnTo>
                <a:lnTo>
                  <a:pt x="210477" y="62795"/>
                </a:lnTo>
                <a:lnTo>
                  <a:pt x="210886" y="62898"/>
                </a:lnTo>
                <a:lnTo>
                  <a:pt x="210989" y="62182"/>
                </a:lnTo>
                <a:lnTo>
                  <a:pt x="211807" y="63000"/>
                </a:lnTo>
                <a:lnTo>
                  <a:pt x="212318" y="64943"/>
                </a:lnTo>
                <a:lnTo>
                  <a:pt x="212216" y="64943"/>
                </a:lnTo>
                <a:lnTo>
                  <a:pt x="212523" y="65966"/>
                </a:lnTo>
                <a:lnTo>
                  <a:pt x="212625" y="65659"/>
                </a:lnTo>
                <a:lnTo>
                  <a:pt x="213239" y="69750"/>
                </a:lnTo>
                <a:lnTo>
                  <a:pt x="213341" y="69545"/>
                </a:lnTo>
                <a:lnTo>
                  <a:pt x="213136" y="71386"/>
                </a:lnTo>
                <a:lnTo>
                  <a:pt x="218045" y="78545"/>
                </a:lnTo>
                <a:lnTo>
                  <a:pt x="218455" y="78545"/>
                </a:lnTo>
                <a:lnTo>
                  <a:pt x="218557" y="78341"/>
                </a:lnTo>
                <a:lnTo>
                  <a:pt x="218864" y="78341"/>
                </a:lnTo>
                <a:lnTo>
                  <a:pt x="217739" y="74659"/>
                </a:lnTo>
                <a:lnTo>
                  <a:pt x="215182" y="72307"/>
                </a:lnTo>
                <a:lnTo>
                  <a:pt x="215284" y="72614"/>
                </a:lnTo>
                <a:lnTo>
                  <a:pt x="214875" y="72102"/>
                </a:lnTo>
                <a:lnTo>
                  <a:pt x="215182" y="72307"/>
                </a:lnTo>
                <a:lnTo>
                  <a:pt x="214875" y="71284"/>
                </a:lnTo>
                <a:lnTo>
                  <a:pt x="214773" y="71386"/>
                </a:lnTo>
                <a:lnTo>
                  <a:pt x="213852" y="69852"/>
                </a:lnTo>
                <a:lnTo>
                  <a:pt x="214364" y="66580"/>
                </a:lnTo>
                <a:lnTo>
                  <a:pt x="214261" y="66375"/>
                </a:lnTo>
                <a:lnTo>
                  <a:pt x="215080" y="66273"/>
                </a:lnTo>
                <a:lnTo>
                  <a:pt x="215080" y="66784"/>
                </a:lnTo>
                <a:lnTo>
                  <a:pt x="216409" y="67398"/>
                </a:lnTo>
                <a:lnTo>
                  <a:pt x="216409" y="67295"/>
                </a:lnTo>
                <a:lnTo>
                  <a:pt x="216716" y="67602"/>
                </a:lnTo>
                <a:lnTo>
                  <a:pt x="216716" y="67500"/>
                </a:lnTo>
                <a:lnTo>
                  <a:pt x="217023" y="68011"/>
                </a:lnTo>
                <a:lnTo>
                  <a:pt x="217125" y="67909"/>
                </a:lnTo>
                <a:lnTo>
                  <a:pt x="217330" y="68625"/>
                </a:lnTo>
                <a:lnTo>
                  <a:pt x="217636" y="68625"/>
                </a:lnTo>
                <a:lnTo>
                  <a:pt x="217739" y="69034"/>
                </a:lnTo>
                <a:lnTo>
                  <a:pt x="219068" y="69648"/>
                </a:lnTo>
                <a:lnTo>
                  <a:pt x="218966" y="71182"/>
                </a:lnTo>
                <a:lnTo>
                  <a:pt x="218966" y="71182"/>
                </a:lnTo>
                <a:lnTo>
                  <a:pt x="219886" y="70568"/>
                </a:lnTo>
                <a:lnTo>
                  <a:pt x="219886" y="69750"/>
                </a:lnTo>
                <a:lnTo>
                  <a:pt x="220500" y="70159"/>
                </a:lnTo>
                <a:lnTo>
                  <a:pt x="220091" y="69545"/>
                </a:lnTo>
                <a:lnTo>
                  <a:pt x="220602" y="69852"/>
                </a:lnTo>
                <a:lnTo>
                  <a:pt x="220398" y="69443"/>
                </a:lnTo>
                <a:lnTo>
                  <a:pt x="222545" y="68318"/>
                </a:lnTo>
                <a:lnTo>
                  <a:pt x="222737" y="67743"/>
                </a:lnTo>
                <a:lnTo>
                  <a:pt x="222648" y="67295"/>
                </a:lnTo>
                <a:lnTo>
                  <a:pt x="222750" y="67295"/>
                </a:lnTo>
                <a:lnTo>
                  <a:pt x="222750" y="66886"/>
                </a:lnTo>
                <a:lnTo>
                  <a:pt x="222852" y="67091"/>
                </a:lnTo>
                <a:lnTo>
                  <a:pt x="222545" y="65864"/>
                </a:lnTo>
                <a:lnTo>
                  <a:pt x="219375" y="61773"/>
                </a:lnTo>
                <a:lnTo>
                  <a:pt x="219477" y="61773"/>
                </a:lnTo>
                <a:lnTo>
                  <a:pt x="218659" y="60239"/>
                </a:lnTo>
                <a:lnTo>
                  <a:pt x="219170" y="58398"/>
                </a:lnTo>
                <a:lnTo>
                  <a:pt x="219682" y="58500"/>
                </a:lnTo>
                <a:lnTo>
                  <a:pt x="220602" y="57477"/>
                </a:lnTo>
                <a:lnTo>
                  <a:pt x="221216" y="57989"/>
                </a:lnTo>
                <a:lnTo>
                  <a:pt x="221625" y="57682"/>
                </a:lnTo>
                <a:lnTo>
                  <a:pt x="221830" y="57886"/>
                </a:lnTo>
                <a:lnTo>
                  <a:pt x="221830" y="58500"/>
                </a:lnTo>
                <a:lnTo>
                  <a:pt x="222239" y="59011"/>
                </a:lnTo>
                <a:lnTo>
                  <a:pt x="222136" y="59011"/>
                </a:lnTo>
                <a:lnTo>
                  <a:pt x="222545" y="59114"/>
                </a:lnTo>
                <a:lnTo>
                  <a:pt x="222239" y="58500"/>
                </a:lnTo>
                <a:lnTo>
                  <a:pt x="222443" y="58091"/>
                </a:lnTo>
                <a:lnTo>
                  <a:pt x="224080" y="57477"/>
                </a:lnTo>
                <a:lnTo>
                  <a:pt x="224591" y="57477"/>
                </a:lnTo>
                <a:lnTo>
                  <a:pt x="224693" y="57170"/>
                </a:lnTo>
                <a:lnTo>
                  <a:pt x="225102" y="57068"/>
                </a:lnTo>
                <a:lnTo>
                  <a:pt x="224795" y="56455"/>
                </a:lnTo>
                <a:lnTo>
                  <a:pt x="225000" y="56250"/>
                </a:lnTo>
                <a:lnTo>
                  <a:pt x="225716" y="57068"/>
                </a:lnTo>
                <a:lnTo>
                  <a:pt x="226023" y="56659"/>
                </a:lnTo>
                <a:lnTo>
                  <a:pt x="226125" y="56761"/>
                </a:lnTo>
                <a:lnTo>
                  <a:pt x="226534" y="56659"/>
                </a:lnTo>
                <a:lnTo>
                  <a:pt x="226739" y="56659"/>
                </a:lnTo>
                <a:lnTo>
                  <a:pt x="226739" y="56557"/>
                </a:lnTo>
                <a:lnTo>
                  <a:pt x="227352" y="56455"/>
                </a:lnTo>
                <a:lnTo>
                  <a:pt x="227761" y="55739"/>
                </a:lnTo>
                <a:lnTo>
                  <a:pt x="228170" y="55739"/>
                </a:lnTo>
                <a:lnTo>
                  <a:pt x="228375" y="55534"/>
                </a:lnTo>
                <a:lnTo>
                  <a:pt x="228477" y="54920"/>
                </a:lnTo>
                <a:lnTo>
                  <a:pt x="229807" y="54000"/>
                </a:lnTo>
                <a:lnTo>
                  <a:pt x="229705" y="53386"/>
                </a:lnTo>
                <a:lnTo>
                  <a:pt x="229193" y="53182"/>
                </a:lnTo>
                <a:lnTo>
                  <a:pt x="229807" y="52977"/>
                </a:lnTo>
                <a:lnTo>
                  <a:pt x="229398" y="52466"/>
                </a:lnTo>
                <a:lnTo>
                  <a:pt x="229602" y="52466"/>
                </a:lnTo>
                <a:lnTo>
                  <a:pt x="229807" y="52670"/>
                </a:lnTo>
                <a:lnTo>
                  <a:pt x="230318" y="50932"/>
                </a:lnTo>
                <a:lnTo>
                  <a:pt x="230727" y="50932"/>
                </a:lnTo>
                <a:lnTo>
                  <a:pt x="230523" y="50318"/>
                </a:lnTo>
                <a:lnTo>
                  <a:pt x="230625" y="50318"/>
                </a:lnTo>
                <a:lnTo>
                  <a:pt x="230318" y="50114"/>
                </a:lnTo>
                <a:lnTo>
                  <a:pt x="230727" y="50114"/>
                </a:lnTo>
                <a:lnTo>
                  <a:pt x="230625" y="49602"/>
                </a:lnTo>
                <a:lnTo>
                  <a:pt x="230318" y="49705"/>
                </a:lnTo>
                <a:lnTo>
                  <a:pt x="230625" y="49295"/>
                </a:lnTo>
                <a:lnTo>
                  <a:pt x="229807" y="48886"/>
                </a:lnTo>
                <a:lnTo>
                  <a:pt x="229295" y="49091"/>
                </a:lnTo>
                <a:lnTo>
                  <a:pt x="228886" y="48989"/>
                </a:lnTo>
                <a:lnTo>
                  <a:pt x="230011" y="48273"/>
                </a:lnTo>
                <a:lnTo>
                  <a:pt x="229909" y="47966"/>
                </a:lnTo>
                <a:lnTo>
                  <a:pt x="228682" y="47148"/>
                </a:lnTo>
                <a:lnTo>
                  <a:pt x="228170" y="47250"/>
                </a:lnTo>
                <a:lnTo>
                  <a:pt x="228477" y="47045"/>
                </a:lnTo>
                <a:lnTo>
                  <a:pt x="229807" y="47455"/>
                </a:lnTo>
                <a:lnTo>
                  <a:pt x="226227" y="44080"/>
                </a:lnTo>
                <a:lnTo>
                  <a:pt x="226739" y="43057"/>
                </a:lnTo>
                <a:lnTo>
                  <a:pt x="226534" y="42750"/>
                </a:lnTo>
                <a:lnTo>
                  <a:pt x="226534" y="42750"/>
                </a:lnTo>
                <a:lnTo>
                  <a:pt x="226739" y="42955"/>
                </a:lnTo>
                <a:lnTo>
                  <a:pt x="227045" y="42545"/>
                </a:lnTo>
                <a:lnTo>
                  <a:pt x="226943" y="42341"/>
                </a:lnTo>
                <a:lnTo>
                  <a:pt x="228170" y="41932"/>
                </a:lnTo>
                <a:lnTo>
                  <a:pt x="228170" y="41523"/>
                </a:lnTo>
                <a:lnTo>
                  <a:pt x="225920" y="41216"/>
                </a:lnTo>
                <a:lnTo>
                  <a:pt x="225511" y="41830"/>
                </a:lnTo>
                <a:lnTo>
                  <a:pt x="225000" y="41625"/>
                </a:lnTo>
                <a:lnTo>
                  <a:pt x="224898" y="41216"/>
                </a:lnTo>
                <a:lnTo>
                  <a:pt x="223159" y="39989"/>
                </a:lnTo>
                <a:lnTo>
                  <a:pt x="224182" y="39580"/>
                </a:lnTo>
                <a:lnTo>
                  <a:pt x="224284" y="38966"/>
                </a:lnTo>
                <a:lnTo>
                  <a:pt x="224898" y="38659"/>
                </a:lnTo>
                <a:lnTo>
                  <a:pt x="225000" y="38250"/>
                </a:lnTo>
                <a:lnTo>
                  <a:pt x="225614" y="37943"/>
                </a:lnTo>
                <a:lnTo>
                  <a:pt x="226227" y="38557"/>
                </a:lnTo>
                <a:lnTo>
                  <a:pt x="226023" y="39477"/>
                </a:lnTo>
                <a:lnTo>
                  <a:pt x="226432" y="39477"/>
                </a:lnTo>
                <a:lnTo>
                  <a:pt x="226432" y="39784"/>
                </a:lnTo>
                <a:lnTo>
                  <a:pt x="226125" y="39989"/>
                </a:lnTo>
                <a:lnTo>
                  <a:pt x="226534" y="39989"/>
                </a:lnTo>
                <a:lnTo>
                  <a:pt x="226636" y="39886"/>
                </a:lnTo>
                <a:lnTo>
                  <a:pt x="228273" y="38864"/>
                </a:lnTo>
                <a:lnTo>
                  <a:pt x="228682" y="39273"/>
                </a:lnTo>
                <a:lnTo>
                  <a:pt x="228784" y="39068"/>
                </a:lnTo>
                <a:lnTo>
                  <a:pt x="229500" y="39580"/>
                </a:lnTo>
                <a:lnTo>
                  <a:pt x="229602" y="40091"/>
                </a:lnTo>
                <a:lnTo>
                  <a:pt x="229909" y="40193"/>
                </a:lnTo>
                <a:lnTo>
                  <a:pt x="229500" y="40807"/>
                </a:lnTo>
                <a:lnTo>
                  <a:pt x="230011" y="40807"/>
                </a:lnTo>
                <a:lnTo>
                  <a:pt x="229807" y="41011"/>
                </a:lnTo>
                <a:lnTo>
                  <a:pt x="230114" y="41114"/>
                </a:lnTo>
                <a:lnTo>
                  <a:pt x="230216" y="41216"/>
                </a:lnTo>
                <a:lnTo>
                  <a:pt x="230420" y="41114"/>
                </a:lnTo>
                <a:lnTo>
                  <a:pt x="230523" y="40909"/>
                </a:lnTo>
                <a:lnTo>
                  <a:pt x="231955" y="42136"/>
                </a:lnTo>
                <a:lnTo>
                  <a:pt x="231341" y="42136"/>
                </a:lnTo>
                <a:lnTo>
                  <a:pt x="232670" y="44182"/>
                </a:lnTo>
                <a:lnTo>
                  <a:pt x="232568" y="44284"/>
                </a:lnTo>
                <a:lnTo>
                  <a:pt x="232670" y="44386"/>
                </a:lnTo>
                <a:lnTo>
                  <a:pt x="232466" y="44386"/>
                </a:lnTo>
                <a:lnTo>
                  <a:pt x="232875" y="44795"/>
                </a:lnTo>
                <a:lnTo>
                  <a:pt x="233080" y="44591"/>
                </a:lnTo>
                <a:lnTo>
                  <a:pt x="233182" y="44284"/>
                </a:lnTo>
                <a:lnTo>
                  <a:pt x="233489" y="44489"/>
                </a:lnTo>
                <a:lnTo>
                  <a:pt x="233386" y="44284"/>
                </a:lnTo>
                <a:lnTo>
                  <a:pt x="233591" y="44284"/>
                </a:lnTo>
                <a:lnTo>
                  <a:pt x="233693" y="44080"/>
                </a:lnTo>
                <a:lnTo>
                  <a:pt x="234205" y="44182"/>
                </a:lnTo>
                <a:lnTo>
                  <a:pt x="234614" y="43875"/>
                </a:lnTo>
                <a:lnTo>
                  <a:pt x="234614" y="42955"/>
                </a:lnTo>
                <a:lnTo>
                  <a:pt x="231034" y="39170"/>
                </a:lnTo>
                <a:lnTo>
                  <a:pt x="232261" y="38045"/>
                </a:lnTo>
                <a:lnTo>
                  <a:pt x="232057" y="36205"/>
                </a:lnTo>
                <a:lnTo>
                  <a:pt x="232057" y="36205"/>
                </a:lnTo>
                <a:lnTo>
                  <a:pt x="232364" y="36307"/>
                </a:lnTo>
                <a:lnTo>
                  <a:pt x="232670" y="35591"/>
                </a:lnTo>
                <a:lnTo>
                  <a:pt x="232977" y="35591"/>
                </a:lnTo>
                <a:lnTo>
                  <a:pt x="234102" y="36102"/>
                </a:lnTo>
                <a:lnTo>
                  <a:pt x="235739" y="30273"/>
                </a:lnTo>
                <a:lnTo>
                  <a:pt x="232670" y="25773"/>
                </a:lnTo>
                <a:lnTo>
                  <a:pt x="232670" y="25466"/>
                </a:lnTo>
                <a:lnTo>
                  <a:pt x="229909" y="24545"/>
                </a:lnTo>
                <a:lnTo>
                  <a:pt x="230420" y="25159"/>
                </a:lnTo>
                <a:lnTo>
                  <a:pt x="230318" y="25364"/>
                </a:lnTo>
                <a:lnTo>
                  <a:pt x="230114" y="24955"/>
                </a:lnTo>
                <a:lnTo>
                  <a:pt x="230114" y="25159"/>
                </a:lnTo>
                <a:lnTo>
                  <a:pt x="229500" y="25261"/>
                </a:lnTo>
                <a:lnTo>
                  <a:pt x="229602" y="24955"/>
                </a:lnTo>
                <a:lnTo>
                  <a:pt x="228886" y="24648"/>
                </a:lnTo>
                <a:lnTo>
                  <a:pt x="229193" y="25057"/>
                </a:lnTo>
                <a:lnTo>
                  <a:pt x="226841" y="23830"/>
                </a:lnTo>
                <a:lnTo>
                  <a:pt x="228068" y="21068"/>
                </a:lnTo>
                <a:lnTo>
                  <a:pt x="227864" y="20761"/>
                </a:lnTo>
                <a:lnTo>
                  <a:pt x="228170" y="20455"/>
                </a:lnTo>
                <a:lnTo>
                  <a:pt x="228170" y="20045"/>
                </a:lnTo>
                <a:lnTo>
                  <a:pt x="231034" y="19841"/>
                </a:lnTo>
                <a:lnTo>
                  <a:pt x="231034" y="19636"/>
                </a:lnTo>
                <a:lnTo>
                  <a:pt x="232875" y="19841"/>
                </a:lnTo>
                <a:lnTo>
                  <a:pt x="232568" y="19534"/>
                </a:lnTo>
                <a:lnTo>
                  <a:pt x="232875" y="19636"/>
                </a:lnTo>
                <a:lnTo>
                  <a:pt x="232670" y="19432"/>
                </a:lnTo>
                <a:lnTo>
                  <a:pt x="233898" y="19534"/>
                </a:lnTo>
                <a:lnTo>
                  <a:pt x="233795" y="19636"/>
                </a:lnTo>
                <a:lnTo>
                  <a:pt x="235432" y="19841"/>
                </a:lnTo>
                <a:lnTo>
                  <a:pt x="234716" y="19943"/>
                </a:lnTo>
                <a:lnTo>
                  <a:pt x="236250" y="19943"/>
                </a:lnTo>
                <a:lnTo>
                  <a:pt x="236250" y="19841"/>
                </a:lnTo>
                <a:lnTo>
                  <a:pt x="236966" y="19943"/>
                </a:lnTo>
                <a:lnTo>
                  <a:pt x="237068" y="19841"/>
                </a:lnTo>
                <a:lnTo>
                  <a:pt x="237580" y="19841"/>
                </a:lnTo>
                <a:lnTo>
                  <a:pt x="236557" y="19636"/>
                </a:lnTo>
                <a:lnTo>
                  <a:pt x="236148" y="18818"/>
                </a:lnTo>
                <a:lnTo>
                  <a:pt x="236352" y="17489"/>
                </a:lnTo>
                <a:lnTo>
                  <a:pt x="238602" y="17693"/>
                </a:lnTo>
                <a:lnTo>
                  <a:pt x="239011" y="18205"/>
                </a:lnTo>
                <a:lnTo>
                  <a:pt x="239216" y="18102"/>
                </a:lnTo>
                <a:lnTo>
                  <a:pt x="239625" y="18511"/>
                </a:lnTo>
                <a:lnTo>
                  <a:pt x="239932" y="18409"/>
                </a:lnTo>
                <a:lnTo>
                  <a:pt x="240341" y="17591"/>
                </a:lnTo>
                <a:lnTo>
                  <a:pt x="240239" y="17489"/>
                </a:lnTo>
                <a:lnTo>
                  <a:pt x="240648" y="17693"/>
                </a:lnTo>
                <a:lnTo>
                  <a:pt x="239727" y="16773"/>
                </a:lnTo>
                <a:lnTo>
                  <a:pt x="241364" y="16875"/>
                </a:lnTo>
                <a:lnTo>
                  <a:pt x="240648" y="16875"/>
                </a:lnTo>
                <a:lnTo>
                  <a:pt x="241875" y="18307"/>
                </a:lnTo>
                <a:lnTo>
                  <a:pt x="241261" y="18614"/>
                </a:lnTo>
                <a:lnTo>
                  <a:pt x="241261" y="19432"/>
                </a:lnTo>
                <a:lnTo>
                  <a:pt x="241159" y="19534"/>
                </a:lnTo>
                <a:lnTo>
                  <a:pt x="241057" y="20966"/>
                </a:lnTo>
                <a:lnTo>
                  <a:pt x="240648" y="20966"/>
                </a:lnTo>
                <a:lnTo>
                  <a:pt x="240750" y="21170"/>
                </a:lnTo>
                <a:lnTo>
                  <a:pt x="240443" y="21273"/>
                </a:lnTo>
                <a:lnTo>
                  <a:pt x="240852" y="21784"/>
                </a:lnTo>
                <a:lnTo>
                  <a:pt x="240852" y="22398"/>
                </a:lnTo>
                <a:lnTo>
                  <a:pt x="246784" y="27716"/>
                </a:lnTo>
                <a:lnTo>
                  <a:pt x="247091" y="26898"/>
                </a:lnTo>
                <a:lnTo>
                  <a:pt x="246273" y="25773"/>
                </a:lnTo>
                <a:lnTo>
                  <a:pt x="246273" y="25773"/>
                </a:lnTo>
                <a:lnTo>
                  <a:pt x="246580" y="25977"/>
                </a:lnTo>
                <a:lnTo>
                  <a:pt x="247398" y="25773"/>
                </a:lnTo>
                <a:lnTo>
                  <a:pt x="246477" y="24852"/>
                </a:lnTo>
                <a:lnTo>
                  <a:pt x="246580" y="24341"/>
                </a:lnTo>
                <a:lnTo>
                  <a:pt x="247193" y="24341"/>
                </a:lnTo>
                <a:lnTo>
                  <a:pt x="246068" y="22705"/>
                </a:lnTo>
                <a:lnTo>
                  <a:pt x="246170" y="22398"/>
                </a:lnTo>
                <a:lnTo>
                  <a:pt x="246375" y="22807"/>
                </a:lnTo>
                <a:lnTo>
                  <a:pt x="246784" y="22705"/>
                </a:lnTo>
                <a:lnTo>
                  <a:pt x="245045" y="21170"/>
                </a:lnTo>
                <a:lnTo>
                  <a:pt x="244330" y="21068"/>
                </a:lnTo>
                <a:lnTo>
                  <a:pt x="244432" y="21273"/>
                </a:lnTo>
                <a:lnTo>
                  <a:pt x="243614" y="20761"/>
                </a:lnTo>
                <a:lnTo>
                  <a:pt x="243307" y="19943"/>
                </a:lnTo>
                <a:lnTo>
                  <a:pt x="243409" y="19943"/>
                </a:lnTo>
                <a:lnTo>
                  <a:pt x="242898" y="19227"/>
                </a:lnTo>
                <a:lnTo>
                  <a:pt x="244023" y="19227"/>
                </a:lnTo>
                <a:lnTo>
                  <a:pt x="243818" y="19023"/>
                </a:lnTo>
                <a:lnTo>
                  <a:pt x="244330" y="18716"/>
                </a:lnTo>
                <a:lnTo>
                  <a:pt x="244943" y="19227"/>
                </a:lnTo>
                <a:lnTo>
                  <a:pt x="244943" y="18920"/>
                </a:lnTo>
                <a:lnTo>
                  <a:pt x="245250" y="18716"/>
                </a:lnTo>
                <a:lnTo>
                  <a:pt x="247807" y="19125"/>
                </a:lnTo>
                <a:lnTo>
                  <a:pt x="247398" y="18716"/>
                </a:lnTo>
                <a:lnTo>
                  <a:pt x="247909" y="18102"/>
                </a:lnTo>
                <a:lnTo>
                  <a:pt x="247807" y="18000"/>
                </a:lnTo>
                <a:lnTo>
                  <a:pt x="247909" y="17898"/>
                </a:lnTo>
                <a:lnTo>
                  <a:pt x="248011" y="17898"/>
                </a:lnTo>
                <a:lnTo>
                  <a:pt x="247807" y="17693"/>
                </a:lnTo>
                <a:lnTo>
                  <a:pt x="248011" y="17795"/>
                </a:lnTo>
                <a:lnTo>
                  <a:pt x="248011" y="17489"/>
                </a:lnTo>
                <a:lnTo>
                  <a:pt x="249545" y="16773"/>
                </a:lnTo>
                <a:lnTo>
                  <a:pt x="249136" y="16568"/>
                </a:lnTo>
                <a:lnTo>
                  <a:pt x="251182" y="16977"/>
                </a:lnTo>
                <a:lnTo>
                  <a:pt x="251080" y="16670"/>
                </a:lnTo>
                <a:lnTo>
                  <a:pt x="249443" y="15852"/>
                </a:lnTo>
                <a:lnTo>
                  <a:pt x="249443" y="15852"/>
                </a:lnTo>
                <a:lnTo>
                  <a:pt x="249545" y="15955"/>
                </a:lnTo>
                <a:lnTo>
                  <a:pt x="249545" y="15955"/>
                </a:lnTo>
                <a:lnTo>
                  <a:pt x="249136" y="15750"/>
                </a:lnTo>
                <a:lnTo>
                  <a:pt x="249239" y="15750"/>
                </a:lnTo>
                <a:lnTo>
                  <a:pt x="248011" y="15034"/>
                </a:lnTo>
                <a:lnTo>
                  <a:pt x="248114" y="15239"/>
                </a:lnTo>
                <a:lnTo>
                  <a:pt x="245045" y="14830"/>
                </a:lnTo>
                <a:lnTo>
                  <a:pt x="246682" y="14625"/>
                </a:lnTo>
                <a:lnTo>
                  <a:pt x="245761" y="14420"/>
                </a:lnTo>
                <a:lnTo>
                  <a:pt x="248318" y="14420"/>
                </a:lnTo>
                <a:lnTo>
                  <a:pt x="237375" y="10125"/>
                </a:lnTo>
                <a:lnTo>
                  <a:pt x="237477" y="10227"/>
                </a:lnTo>
                <a:lnTo>
                  <a:pt x="235330" y="10023"/>
                </a:lnTo>
                <a:lnTo>
                  <a:pt x="236864" y="11148"/>
                </a:lnTo>
                <a:lnTo>
                  <a:pt x="236864" y="11148"/>
                </a:lnTo>
                <a:lnTo>
                  <a:pt x="234000" y="10330"/>
                </a:lnTo>
                <a:lnTo>
                  <a:pt x="233795" y="10432"/>
                </a:lnTo>
                <a:lnTo>
                  <a:pt x="230523" y="10432"/>
                </a:lnTo>
                <a:lnTo>
                  <a:pt x="231136" y="11352"/>
                </a:lnTo>
                <a:lnTo>
                  <a:pt x="231136" y="11352"/>
                </a:lnTo>
                <a:lnTo>
                  <a:pt x="222034" y="9205"/>
                </a:lnTo>
                <a:lnTo>
                  <a:pt x="222239" y="9205"/>
                </a:lnTo>
                <a:lnTo>
                  <a:pt x="219375" y="8591"/>
                </a:lnTo>
                <a:lnTo>
                  <a:pt x="219886" y="8489"/>
                </a:lnTo>
                <a:lnTo>
                  <a:pt x="217636" y="8080"/>
                </a:lnTo>
                <a:lnTo>
                  <a:pt x="217330" y="8591"/>
                </a:lnTo>
                <a:lnTo>
                  <a:pt x="216614" y="8489"/>
                </a:lnTo>
                <a:lnTo>
                  <a:pt x="217023" y="8489"/>
                </a:lnTo>
                <a:lnTo>
                  <a:pt x="216716" y="8182"/>
                </a:lnTo>
                <a:lnTo>
                  <a:pt x="215693" y="8182"/>
                </a:lnTo>
                <a:lnTo>
                  <a:pt x="216920" y="8080"/>
                </a:lnTo>
                <a:lnTo>
                  <a:pt x="212727" y="7670"/>
                </a:lnTo>
                <a:lnTo>
                  <a:pt x="213341" y="7875"/>
                </a:lnTo>
                <a:lnTo>
                  <a:pt x="212420" y="8080"/>
                </a:lnTo>
                <a:lnTo>
                  <a:pt x="213239" y="8182"/>
                </a:lnTo>
                <a:lnTo>
                  <a:pt x="213034" y="8284"/>
                </a:lnTo>
                <a:lnTo>
                  <a:pt x="212932" y="8386"/>
                </a:lnTo>
                <a:lnTo>
                  <a:pt x="213852" y="8795"/>
                </a:lnTo>
                <a:lnTo>
                  <a:pt x="212830" y="8795"/>
                </a:lnTo>
                <a:lnTo>
                  <a:pt x="213034" y="9000"/>
                </a:lnTo>
                <a:lnTo>
                  <a:pt x="212830" y="9000"/>
                </a:lnTo>
                <a:lnTo>
                  <a:pt x="213034" y="9102"/>
                </a:lnTo>
                <a:lnTo>
                  <a:pt x="210886" y="8693"/>
                </a:lnTo>
                <a:lnTo>
                  <a:pt x="210580" y="8898"/>
                </a:lnTo>
                <a:lnTo>
                  <a:pt x="208739" y="8591"/>
                </a:lnTo>
                <a:lnTo>
                  <a:pt x="209045" y="9000"/>
                </a:lnTo>
                <a:lnTo>
                  <a:pt x="209045" y="9409"/>
                </a:lnTo>
                <a:lnTo>
                  <a:pt x="208534" y="9307"/>
                </a:lnTo>
                <a:lnTo>
                  <a:pt x="206591" y="8693"/>
                </a:lnTo>
                <a:lnTo>
                  <a:pt x="206898" y="8591"/>
                </a:lnTo>
                <a:lnTo>
                  <a:pt x="205057" y="8080"/>
                </a:lnTo>
                <a:lnTo>
                  <a:pt x="206386" y="8284"/>
                </a:lnTo>
                <a:lnTo>
                  <a:pt x="205364" y="7977"/>
                </a:lnTo>
                <a:lnTo>
                  <a:pt x="205773" y="7773"/>
                </a:lnTo>
                <a:lnTo>
                  <a:pt x="201068" y="7057"/>
                </a:lnTo>
                <a:lnTo>
                  <a:pt x="201682" y="7364"/>
                </a:lnTo>
                <a:lnTo>
                  <a:pt x="201170" y="7568"/>
                </a:lnTo>
                <a:lnTo>
                  <a:pt x="201477" y="7670"/>
                </a:lnTo>
                <a:lnTo>
                  <a:pt x="198205" y="7159"/>
                </a:lnTo>
                <a:lnTo>
                  <a:pt x="195034" y="7159"/>
                </a:lnTo>
                <a:lnTo>
                  <a:pt x="195443" y="7261"/>
                </a:lnTo>
                <a:lnTo>
                  <a:pt x="195545" y="7568"/>
                </a:lnTo>
                <a:lnTo>
                  <a:pt x="195955" y="7875"/>
                </a:lnTo>
                <a:lnTo>
                  <a:pt x="195545" y="7670"/>
                </a:lnTo>
                <a:lnTo>
                  <a:pt x="195545" y="7568"/>
                </a:lnTo>
                <a:lnTo>
                  <a:pt x="194830" y="7159"/>
                </a:lnTo>
                <a:lnTo>
                  <a:pt x="194830" y="6955"/>
                </a:lnTo>
                <a:lnTo>
                  <a:pt x="194216" y="6750"/>
                </a:lnTo>
                <a:lnTo>
                  <a:pt x="194011" y="6955"/>
                </a:lnTo>
                <a:lnTo>
                  <a:pt x="193193" y="6750"/>
                </a:lnTo>
                <a:lnTo>
                  <a:pt x="193295" y="6750"/>
                </a:lnTo>
                <a:lnTo>
                  <a:pt x="192989" y="6648"/>
                </a:lnTo>
                <a:lnTo>
                  <a:pt x="193091" y="6750"/>
                </a:lnTo>
                <a:lnTo>
                  <a:pt x="192375" y="6955"/>
                </a:lnTo>
                <a:lnTo>
                  <a:pt x="193193" y="6955"/>
                </a:lnTo>
                <a:lnTo>
                  <a:pt x="190432" y="7773"/>
                </a:lnTo>
                <a:lnTo>
                  <a:pt x="191966" y="6648"/>
                </a:lnTo>
                <a:lnTo>
                  <a:pt x="191966" y="6443"/>
                </a:lnTo>
                <a:lnTo>
                  <a:pt x="193193" y="5830"/>
                </a:lnTo>
                <a:lnTo>
                  <a:pt x="192068" y="5216"/>
                </a:lnTo>
                <a:lnTo>
                  <a:pt x="192068" y="5216"/>
                </a:lnTo>
                <a:lnTo>
                  <a:pt x="192989" y="5523"/>
                </a:lnTo>
                <a:lnTo>
                  <a:pt x="191966" y="4909"/>
                </a:lnTo>
                <a:lnTo>
                  <a:pt x="191966" y="5114"/>
                </a:lnTo>
                <a:lnTo>
                  <a:pt x="188489" y="4602"/>
                </a:lnTo>
                <a:lnTo>
                  <a:pt x="188489" y="4602"/>
                </a:lnTo>
                <a:lnTo>
                  <a:pt x="188591" y="4705"/>
                </a:lnTo>
                <a:lnTo>
                  <a:pt x="187670" y="4705"/>
                </a:lnTo>
                <a:lnTo>
                  <a:pt x="187977" y="4398"/>
                </a:lnTo>
                <a:lnTo>
                  <a:pt x="185830" y="4295"/>
                </a:lnTo>
                <a:lnTo>
                  <a:pt x="186648" y="4091"/>
                </a:lnTo>
                <a:lnTo>
                  <a:pt x="185114" y="3784"/>
                </a:lnTo>
                <a:close/>
                <a:moveTo>
                  <a:pt x="252818" y="91125"/>
                </a:moveTo>
                <a:lnTo>
                  <a:pt x="252307" y="92455"/>
                </a:lnTo>
                <a:lnTo>
                  <a:pt x="252205" y="92352"/>
                </a:lnTo>
                <a:lnTo>
                  <a:pt x="252000" y="92966"/>
                </a:lnTo>
                <a:lnTo>
                  <a:pt x="252102" y="93170"/>
                </a:lnTo>
                <a:lnTo>
                  <a:pt x="250364" y="97875"/>
                </a:lnTo>
                <a:lnTo>
                  <a:pt x="249341" y="98080"/>
                </a:lnTo>
                <a:lnTo>
                  <a:pt x="246375" y="95727"/>
                </a:lnTo>
                <a:lnTo>
                  <a:pt x="246170" y="95011"/>
                </a:lnTo>
                <a:lnTo>
                  <a:pt x="246886" y="93580"/>
                </a:lnTo>
                <a:lnTo>
                  <a:pt x="247091" y="93682"/>
                </a:lnTo>
                <a:lnTo>
                  <a:pt x="247705" y="92761"/>
                </a:lnTo>
                <a:lnTo>
                  <a:pt x="247193" y="92455"/>
                </a:lnTo>
                <a:lnTo>
                  <a:pt x="247091" y="92864"/>
                </a:lnTo>
                <a:lnTo>
                  <a:pt x="246784" y="92352"/>
                </a:lnTo>
                <a:lnTo>
                  <a:pt x="246886" y="92148"/>
                </a:lnTo>
                <a:lnTo>
                  <a:pt x="246886" y="92148"/>
                </a:lnTo>
                <a:lnTo>
                  <a:pt x="246170" y="92557"/>
                </a:lnTo>
                <a:lnTo>
                  <a:pt x="244227" y="91841"/>
                </a:lnTo>
                <a:lnTo>
                  <a:pt x="244023" y="91841"/>
                </a:lnTo>
                <a:lnTo>
                  <a:pt x="243716" y="91534"/>
                </a:lnTo>
                <a:lnTo>
                  <a:pt x="243307" y="91534"/>
                </a:lnTo>
                <a:lnTo>
                  <a:pt x="243818" y="91841"/>
                </a:lnTo>
                <a:lnTo>
                  <a:pt x="243920" y="92455"/>
                </a:lnTo>
                <a:lnTo>
                  <a:pt x="243614" y="92659"/>
                </a:lnTo>
                <a:lnTo>
                  <a:pt x="242591" y="92455"/>
                </a:lnTo>
                <a:lnTo>
                  <a:pt x="242182" y="92966"/>
                </a:lnTo>
                <a:lnTo>
                  <a:pt x="241977" y="92864"/>
                </a:lnTo>
                <a:lnTo>
                  <a:pt x="241977" y="93068"/>
                </a:lnTo>
                <a:lnTo>
                  <a:pt x="241773" y="93068"/>
                </a:lnTo>
                <a:lnTo>
                  <a:pt x="241466" y="93375"/>
                </a:lnTo>
                <a:lnTo>
                  <a:pt x="241466" y="93784"/>
                </a:lnTo>
                <a:lnTo>
                  <a:pt x="241159" y="93989"/>
                </a:lnTo>
                <a:lnTo>
                  <a:pt x="240852" y="95011"/>
                </a:lnTo>
                <a:lnTo>
                  <a:pt x="240955" y="95318"/>
                </a:lnTo>
                <a:lnTo>
                  <a:pt x="240750" y="95625"/>
                </a:lnTo>
                <a:lnTo>
                  <a:pt x="239420" y="95727"/>
                </a:lnTo>
                <a:lnTo>
                  <a:pt x="239318" y="95727"/>
                </a:lnTo>
                <a:lnTo>
                  <a:pt x="239318" y="95011"/>
                </a:lnTo>
                <a:lnTo>
                  <a:pt x="238500" y="94193"/>
                </a:lnTo>
                <a:lnTo>
                  <a:pt x="238295" y="94500"/>
                </a:lnTo>
                <a:lnTo>
                  <a:pt x="237784" y="94602"/>
                </a:lnTo>
                <a:lnTo>
                  <a:pt x="237375" y="95114"/>
                </a:lnTo>
                <a:lnTo>
                  <a:pt x="237273" y="95011"/>
                </a:lnTo>
                <a:lnTo>
                  <a:pt x="237273" y="94705"/>
                </a:lnTo>
                <a:lnTo>
                  <a:pt x="236557" y="95932"/>
                </a:lnTo>
                <a:lnTo>
                  <a:pt x="236250" y="95727"/>
                </a:lnTo>
                <a:lnTo>
                  <a:pt x="235943" y="96443"/>
                </a:lnTo>
                <a:lnTo>
                  <a:pt x="236148" y="96341"/>
                </a:lnTo>
                <a:lnTo>
                  <a:pt x="236045" y="96545"/>
                </a:lnTo>
                <a:lnTo>
                  <a:pt x="235841" y="96648"/>
                </a:lnTo>
                <a:lnTo>
                  <a:pt x="236148" y="96955"/>
                </a:lnTo>
                <a:lnTo>
                  <a:pt x="235023" y="97057"/>
                </a:lnTo>
                <a:lnTo>
                  <a:pt x="235125" y="97670"/>
                </a:lnTo>
                <a:lnTo>
                  <a:pt x="234818" y="98080"/>
                </a:lnTo>
                <a:lnTo>
                  <a:pt x="234614" y="97364"/>
                </a:lnTo>
                <a:lnTo>
                  <a:pt x="234307" y="97159"/>
                </a:lnTo>
                <a:lnTo>
                  <a:pt x="233795" y="97568"/>
                </a:lnTo>
                <a:lnTo>
                  <a:pt x="233489" y="98795"/>
                </a:lnTo>
                <a:lnTo>
                  <a:pt x="225511" y="103193"/>
                </a:lnTo>
                <a:lnTo>
                  <a:pt x="225614" y="102477"/>
                </a:lnTo>
                <a:lnTo>
                  <a:pt x="224591" y="105034"/>
                </a:lnTo>
                <a:lnTo>
                  <a:pt x="224795" y="106466"/>
                </a:lnTo>
                <a:lnTo>
                  <a:pt x="224386" y="106977"/>
                </a:lnTo>
                <a:lnTo>
                  <a:pt x="224386" y="107386"/>
                </a:lnTo>
                <a:lnTo>
                  <a:pt x="224080" y="106875"/>
                </a:lnTo>
                <a:lnTo>
                  <a:pt x="223977" y="106977"/>
                </a:lnTo>
                <a:lnTo>
                  <a:pt x="223875" y="106977"/>
                </a:lnTo>
                <a:lnTo>
                  <a:pt x="224284" y="113318"/>
                </a:lnTo>
                <a:lnTo>
                  <a:pt x="222955" y="115261"/>
                </a:lnTo>
                <a:lnTo>
                  <a:pt x="223159" y="115364"/>
                </a:lnTo>
                <a:lnTo>
                  <a:pt x="223568" y="115773"/>
                </a:lnTo>
                <a:lnTo>
                  <a:pt x="228989" y="114852"/>
                </a:lnTo>
                <a:lnTo>
                  <a:pt x="229193" y="114955"/>
                </a:lnTo>
                <a:lnTo>
                  <a:pt x="237068" y="112500"/>
                </a:lnTo>
                <a:lnTo>
                  <a:pt x="239932" y="113216"/>
                </a:lnTo>
                <a:lnTo>
                  <a:pt x="240136" y="113523"/>
                </a:lnTo>
                <a:lnTo>
                  <a:pt x="240034" y="113727"/>
                </a:lnTo>
                <a:lnTo>
                  <a:pt x="240341" y="115364"/>
                </a:lnTo>
                <a:lnTo>
                  <a:pt x="240034" y="115568"/>
                </a:lnTo>
                <a:lnTo>
                  <a:pt x="240341" y="115977"/>
                </a:lnTo>
                <a:lnTo>
                  <a:pt x="240648" y="115977"/>
                </a:lnTo>
                <a:lnTo>
                  <a:pt x="240648" y="115670"/>
                </a:lnTo>
                <a:lnTo>
                  <a:pt x="243205" y="113523"/>
                </a:lnTo>
                <a:lnTo>
                  <a:pt x="241261" y="116284"/>
                </a:lnTo>
                <a:lnTo>
                  <a:pt x="242795" y="115159"/>
                </a:lnTo>
                <a:lnTo>
                  <a:pt x="242795" y="115977"/>
                </a:lnTo>
                <a:lnTo>
                  <a:pt x="242182" y="116693"/>
                </a:lnTo>
                <a:lnTo>
                  <a:pt x="242182" y="116693"/>
                </a:lnTo>
                <a:lnTo>
                  <a:pt x="242898" y="116489"/>
                </a:lnTo>
                <a:lnTo>
                  <a:pt x="243000" y="116591"/>
                </a:lnTo>
                <a:lnTo>
                  <a:pt x="243102" y="116591"/>
                </a:lnTo>
                <a:lnTo>
                  <a:pt x="243102" y="116693"/>
                </a:lnTo>
                <a:lnTo>
                  <a:pt x="243000" y="116591"/>
                </a:lnTo>
                <a:lnTo>
                  <a:pt x="242898" y="116591"/>
                </a:lnTo>
                <a:lnTo>
                  <a:pt x="243000" y="119148"/>
                </a:lnTo>
                <a:lnTo>
                  <a:pt x="244739" y="119864"/>
                </a:lnTo>
                <a:lnTo>
                  <a:pt x="246273" y="119352"/>
                </a:lnTo>
                <a:lnTo>
                  <a:pt x="246170" y="119352"/>
                </a:lnTo>
                <a:lnTo>
                  <a:pt x="246784" y="119148"/>
                </a:lnTo>
                <a:lnTo>
                  <a:pt x="246784" y="119148"/>
                </a:lnTo>
                <a:lnTo>
                  <a:pt x="246273" y="119557"/>
                </a:lnTo>
                <a:lnTo>
                  <a:pt x="246989" y="119557"/>
                </a:lnTo>
                <a:lnTo>
                  <a:pt x="246784" y="119761"/>
                </a:lnTo>
                <a:lnTo>
                  <a:pt x="247193" y="120375"/>
                </a:lnTo>
                <a:lnTo>
                  <a:pt x="247500" y="120068"/>
                </a:lnTo>
                <a:lnTo>
                  <a:pt x="247295" y="120068"/>
                </a:lnTo>
                <a:lnTo>
                  <a:pt x="254148" y="115057"/>
                </a:lnTo>
                <a:lnTo>
                  <a:pt x="254045" y="114955"/>
                </a:lnTo>
                <a:lnTo>
                  <a:pt x="258648" y="109432"/>
                </a:lnTo>
                <a:lnTo>
                  <a:pt x="259261" y="106773"/>
                </a:lnTo>
                <a:lnTo>
                  <a:pt x="258648" y="104932"/>
                </a:lnTo>
                <a:lnTo>
                  <a:pt x="258034" y="104420"/>
                </a:lnTo>
                <a:lnTo>
                  <a:pt x="257932" y="103193"/>
                </a:lnTo>
                <a:lnTo>
                  <a:pt x="257318" y="103193"/>
                </a:lnTo>
                <a:lnTo>
                  <a:pt x="257318" y="103091"/>
                </a:lnTo>
                <a:lnTo>
                  <a:pt x="257114" y="103091"/>
                </a:lnTo>
                <a:lnTo>
                  <a:pt x="256909" y="101148"/>
                </a:lnTo>
                <a:lnTo>
                  <a:pt x="254966" y="99614"/>
                </a:lnTo>
                <a:lnTo>
                  <a:pt x="254761" y="95318"/>
                </a:lnTo>
                <a:lnTo>
                  <a:pt x="254250" y="94807"/>
                </a:lnTo>
                <a:lnTo>
                  <a:pt x="253739" y="94909"/>
                </a:lnTo>
                <a:lnTo>
                  <a:pt x="252920" y="91227"/>
                </a:lnTo>
                <a:lnTo>
                  <a:pt x="252818" y="91125"/>
                </a:lnTo>
                <a:close/>
                <a:moveTo>
                  <a:pt x="272352" y="115466"/>
                </a:moveTo>
                <a:lnTo>
                  <a:pt x="272352" y="116591"/>
                </a:lnTo>
                <a:lnTo>
                  <a:pt x="272659" y="116386"/>
                </a:lnTo>
                <a:lnTo>
                  <a:pt x="272352" y="116693"/>
                </a:lnTo>
                <a:lnTo>
                  <a:pt x="272352" y="117511"/>
                </a:lnTo>
                <a:lnTo>
                  <a:pt x="272557" y="117000"/>
                </a:lnTo>
                <a:lnTo>
                  <a:pt x="272557" y="117307"/>
                </a:lnTo>
                <a:lnTo>
                  <a:pt x="272659" y="117205"/>
                </a:lnTo>
                <a:lnTo>
                  <a:pt x="272455" y="117716"/>
                </a:lnTo>
                <a:lnTo>
                  <a:pt x="272352" y="117614"/>
                </a:lnTo>
                <a:lnTo>
                  <a:pt x="272352" y="118125"/>
                </a:lnTo>
                <a:lnTo>
                  <a:pt x="272659" y="118227"/>
                </a:lnTo>
                <a:lnTo>
                  <a:pt x="272352" y="118330"/>
                </a:lnTo>
                <a:lnTo>
                  <a:pt x="272352" y="118227"/>
                </a:lnTo>
                <a:lnTo>
                  <a:pt x="270920" y="120170"/>
                </a:lnTo>
                <a:lnTo>
                  <a:pt x="270205" y="120477"/>
                </a:lnTo>
                <a:lnTo>
                  <a:pt x="270716" y="121398"/>
                </a:lnTo>
                <a:lnTo>
                  <a:pt x="269386" y="122523"/>
                </a:lnTo>
                <a:lnTo>
                  <a:pt x="269591" y="122420"/>
                </a:lnTo>
                <a:lnTo>
                  <a:pt x="269489" y="122625"/>
                </a:lnTo>
                <a:lnTo>
                  <a:pt x="270102" y="122625"/>
                </a:lnTo>
                <a:lnTo>
                  <a:pt x="275216" y="118739"/>
                </a:lnTo>
                <a:lnTo>
                  <a:pt x="274091" y="119148"/>
                </a:lnTo>
                <a:lnTo>
                  <a:pt x="273273" y="118739"/>
                </a:lnTo>
                <a:lnTo>
                  <a:pt x="273580" y="117818"/>
                </a:lnTo>
                <a:lnTo>
                  <a:pt x="273477" y="117818"/>
                </a:lnTo>
                <a:lnTo>
                  <a:pt x="273477" y="117614"/>
                </a:lnTo>
                <a:lnTo>
                  <a:pt x="273170" y="118330"/>
                </a:lnTo>
                <a:lnTo>
                  <a:pt x="272659" y="117920"/>
                </a:lnTo>
                <a:lnTo>
                  <a:pt x="273273" y="116284"/>
                </a:lnTo>
                <a:lnTo>
                  <a:pt x="273068" y="116386"/>
                </a:lnTo>
                <a:lnTo>
                  <a:pt x="272761" y="115875"/>
                </a:lnTo>
                <a:lnTo>
                  <a:pt x="272557" y="115977"/>
                </a:lnTo>
                <a:lnTo>
                  <a:pt x="272557" y="115977"/>
                </a:lnTo>
                <a:lnTo>
                  <a:pt x="272659" y="115466"/>
                </a:lnTo>
                <a:close/>
                <a:moveTo>
                  <a:pt x="246959" y="123166"/>
                </a:moveTo>
                <a:lnTo>
                  <a:pt x="246901" y="123224"/>
                </a:lnTo>
                <a:lnTo>
                  <a:pt x="246901" y="123224"/>
                </a:lnTo>
                <a:lnTo>
                  <a:pt x="246959" y="123166"/>
                </a:lnTo>
                <a:close/>
                <a:moveTo>
                  <a:pt x="246901" y="123224"/>
                </a:moveTo>
                <a:lnTo>
                  <a:pt x="246886" y="123239"/>
                </a:lnTo>
                <a:lnTo>
                  <a:pt x="246784" y="123443"/>
                </a:lnTo>
                <a:lnTo>
                  <a:pt x="246784" y="123443"/>
                </a:lnTo>
                <a:lnTo>
                  <a:pt x="246901" y="123224"/>
                </a:lnTo>
                <a:close/>
                <a:moveTo>
                  <a:pt x="244841" y="121807"/>
                </a:moveTo>
                <a:lnTo>
                  <a:pt x="244330" y="123341"/>
                </a:lnTo>
                <a:lnTo>
                  <a:pt x="244432" y="123341"/>
                </a:lnTo>
                <a:lnTo>
                  <a:pt x="244330" y="123648"/>
                </a:lnTo>
                <a:lnTo>
                  <a:pt x="244227" y="123443"/>
                </a:lnTo>
                <a:lnTo>
                  <a:pt x="244330" y="124466"/>
                </a:lnTo>
                <a:lnTo>
                  <a:pt x="244023" y="124670"/>
                </a:lnTo>
                <a:lnTo>
                  <a:pt x="244739" y="124670"/>
                </a:lnTo>
                <a:lnTo>
                  <a:pt x="245659" y="123955"/>
                </a:lnTo>
                <a:lnTo>
                  <a:pt x="245557" y="124159"/>
                </a:lnTo>
                <a:lnTo>
                  <a:pt x="245557" y="124159"/>
                </a:lnTo>
                <a:lnTo>
                  <a:pt x="245966" y="124057"/>
                </a:lnTo>
                <a:lnTo>
                  <a:pt x="245761" y="124364"/>
                </a:lnTo>
                <a:lnTo>
                  <a:pt x="246901" y="123224"/>
                </a:lnTo>
                <a:lnTo>
                  <a:pt x="247602" y="121909"/>
                </a:lnTo>
                <a:lnTo>
                  <a:pt x="246375" y="122318"/>
                </a:lnTo>
                <a:lnTo>
                  <a:pt x="244841" y="121807"/>
                </a:lnTo>
                <a:close/>
                <a:moveTo>
                  <a:pt x="265623" y="124957"/>
                </a:moveTo>
                <a:lnTo>
                  <a:pt x="265500" y="124977"/>
                </a:lnTo>
                <a:lnTo>
                  <a:pt x="265705" y="124977"/>
                </a:lnTo>
                <a:lnTo>
                  <a:pt x="265623" y="124957"/>
                </a:lnTo>
                <a:close/>
                <a:moveTo>
                  <a:pt x="268568" y="121705"/>
                </a:moveTo>
                <a:lnTo>
                  <a:pt x="265091" y="124057"/>
                </a:lnTo>
                <a:lnTo>
                  <a:pt x="265193" y="123852"/>
                </a:lnTo>
                <a:lnTo>
                  <a:pt x="265193" y="123852"/>
                </a:lnTo>
                <a:lnTo>
                  <a:pt x="264784" y="124159"/>
                </a:lnTo>
                <a:lnTo>
                  <a:pt x="264580" y="124261"/>
                </a:lnTo>
                <a:lnTo>
                  <a:pt x="264375" y="124261"/>
                </a:lnTo>
                <a:lnTo>
                  <a:pt x="264375" y="124364"/>
                </a:lnTo>
                <a:lnTo>
                  <a:pt x="260489" y="126102"/>
                </a:lnTo>
                <a:lnTo>
                  <a:pt x="260489" y="126102"/>
                </a:lnTo>
                <a:lnTo>
                  <a:pt x="260591" y="126000"/>
                </a:lnTo>
                <a:lnTo>
                  <a:pt x="259466" y="126818"/>
                </a:lnTo>
                <a:lnTo>
                  <a:pt x="259670" y="126818"/>
                </a:lnTo>
                <a:lnTo>
                  <a:pt x="259364" y="126920"/>
                </a:lnTo>
                <a:lnTo>
                  <a:pt x="259568" y="126920"/>
                </a:lnTo>
                <a:lnTo>
                  <a:pt x="259063" y="127173"/>
                </a:lnTo>
                <a:lnTo>
                  <a:pt x="259063" y="127173"/>
                </a:lnTo>
                <a:lnTo>
                  <a:pt x="259159" y="127125"/>
                </a:lnTo>
                <a:lnTo>
                  <a:pt x="258955" y="127330"/>
                </a:lnTo>
                <a:lnTo>
                  <a:pt x="259261" y="127227"/>
                </a:lnTo>
                <a:lnTo>
                  <a:pt x="258955" y="127432"/>
                </a:lnTo>
                <a:lnTo>
                  <a:pt x="259670" y="127636"/>
                </a:lnTo>
                <a:lnTo>
                  <a:pt x="259875" y="127841"/>
                </a:lnTo>
                <a:lnTo>
                  <a:pt x="265295" y="124875"/>
                </a:lnTo>
                <a:lnTo>
                  <a:pt x="265623" y="124957"/>
                </a:lnTo>
                <a:lnTo>
                  <a:pt x="265623" y="124957"/>
                </a:lnTo>
                <a:lnTo>
                  <a:pt x="266114" y="124875"/>
                </a:lnTo>
                <a:lnTo>
                  <a:pt x="266011" y="124670"/>
                </a:lnTo>
                <a:lnTo>
                  <a:pt x="265909" y="124670"/>
                </a:lnTo>
                <a:lnTo>
                  <a:pt x="269284" y="122318"/>
                </a:lnTo>
                <a:lnTo>
                  <a:pt x="268875" y="122420"/>
                </a:lnTo>
                <a:lnTo>
                  <a:pt x="268875" y="122420"/>
                </a:lnTo>
                <a:lnTo>
                  <a:pt x="269080" y="122318"/>
                </a:lnTo>
                <a:lnTo>
                  <a:pt x="269284" y="122216"/>
                </a:lnTo>
                <a:lnTo>
                  <a:pt x="269284" y="122216"/>
                </a:lnTo>
                <a:lnTo>
                  <a:pt x="268670" y="122420"/>
                </a:lnTo>
                <a:lnTo>
                  <a:pt x="269080" y="122114"/>
                </a:lnTo>
                <a:lnTo>
                  <a:pt x="268159" y="122420"/>
                </a:lnTo>
                <a:lnTo>
                  <a:pt x="268261" y="122011"/>
                </a:lnTo>
                <a:lnTo>
                  <a:pt x="268568" y="121705"/>
                </a:lnTo>
                <a:close/>
                <a:moveTo>
                  <a:pt x="76909" y="132648"/>
                </a:moveTo>
                <a:lnTo>
                  <a:pt x="77216" y="132852"/>
                </a:lnTo>
                <a:lnTo>
                  <a:pt x="77011" y="132955"/>
                </a:lnTo>
                <a:lnTo>
                  <a:pt x="77216" y="133057"/>
                </a:lnTo>
                <a:lnTo>
                  <a:pt x="76807" y="133261"/>
                </a:lnTo>
                <a:lnTo>
                  <a:pt x="77625" y="133057"/>
                </a:lnTo>
                <a:lnTo>
                  <a:pt x="77830" y="132750"/>
                </a:lnTo>
                <a:lnTo>
                  <a:pt x="76909" y="132648"/>
                </a:lnTo>
                <a:close/>
                <a:moveTo>
                  <a:pt x="78136" y="132545"/>
                </a:moveTo>
                <a:lnTo>
                  <a:pt x="78136" y="133261"/>
                </a:lnTo>
                <a:lnTo>
                  <a:pt x="78648" y="133364"/>
                </a:lnTo>
                <a:lnTo>
                  <a:pt x="78545" y="133159"/>
                </a:lnTo>
                <a:lnTo>
                  <a:pt x="78852" y="133057"/>
                </a:lnTo>
                <a:lnTo>
                  <a:pt x="78955" y="132852"/>
                </a:lnTo>
                <a:lnTo>
                  <a:pt x="79057" y="132750"/>
                </a:lnTo>
                <a:lnTo>
                  <a:pt x="78750" y="132852"/>
                </a:lnTo>
                <a:lnTo>
                  <a:pt x="78443" y="132648"/>
                </a:lnTo>
                <a:lnTo>
                  <a:pt x="78545" y="132648"/>
                </a:lnTo>
                <a:lnTo>
                  <a:pt x="78136" y="132545"/>
                </a:lnTo>
                <a:close/>
                <a:moveTo>
                  <a:pt x="78136" y="133261"/>
                </a:moveTo>
                <a:lnTo>
                  <a:pt x="78136" y="133568"/>
                </a:lnTo>
                <a:lnTo>
                  <a:pt x="78341" y="133364"/>
                </a:lnTo>
                <a:lnTo>
                  <a:pt x="78136" y="133261"/>
                </a:lnTo>
                <a:close/>
                <a:moveTo>
                  <a:pt x="68830" y="133875"/>
                </a:moveTo>
                <a:lnTo>
                  <a:pt x="67970" y="133970"/>
                </a:lnTo>
                <a:lnTo>
                  <a:pt x="67970" y="133970"/>
                </a:lnTo>
                <a:lnTo>
                  <a:pt x="68114" y="133875"/>
                </a:lnTo>
                <a:close/>
                <a:moveTo>
                  <a:pt x="63920" y="8386"/>
                </a:moveTo>
                <a:lnTo>
                  <a:pt x="62795" y="8795"/>
                </a:lnTo>
                <a:lnTo>
                  <a:pt x="63000" y="8795"/>
                </a:lnTo>
                <a:lnTo>
                  <a:pt x="62182" y="9000"/>
                </a:lnTo>
                <a:lnTo>
                  <a:pt x="61568" y="10330"/>
                </a:lnTo>
                <a:lnTo>
                  <a:pt x="62693" y="10534"/>
                </a:lnTo>
                <a:lnTo>
                  <a:pt x="62693" y="10636"/>
                </a:lnTo>
                <a:lnTo>
                  <a:pt x="62386" y="10739"/>
                </a:lnTo>
                <a:lnTo>
                  <a:pt x="62591" y="10636"/>
                </a:lnTo>
                <a:lnTo>
                  <a:pt x="61977" y="10841"/>
                </a:lnTo>
                <a:lnTo>
                  <a:pt x="62080" y="10841"/>
                </a:lnTo>
                <a:lnTo>
                  <a:pt x="61568" y="11148"/>
                </a:lnTo>
                <a:lnTo>
                  <a:pt x="62182" y="11250"/>
                </a:lnTo>
                <a:lnTo>
                  <a:pt x="60136" y="12068"/>
                </a:lnTo>
                <a:lnTo>
                  <a:pt x="59727" y="12784"/>
                </a:lnTo>
                <a:lnTo>
                  <a:pt x="59216" y="12784"/>
                </a:lnTo>
                <a:lnTo>
                  <a:pt x="59216" y="13091"/>
                </a:lnTo>
                <a:lnTo>
                  <a:pt x="59114" y="12682"/>
                </a:lnTo>
                <a:lnTo>
                  <a:pt x="59420" y="12682"/>
                </a:lnTo>
                <a:lnTo>
                  <a:pt x="59727" y="12477"/>
                </a:lnTo>
                <a:lnTo>
                  <a:pt x="59420" y="12477"/>
                </a:lnTo>
                <a:lnTo>
                  <a:pt x="60239" y="11557"/>
                </a:lnTo>
                <a:lnTo>
                  <a:pt x="59523" y="11761"/>
                </a:lnTo>
                <a:lnTo>
                  <a:pt x="59523" y="11761"/>
                </a:lnTo>
                <a:lnTo>
                  <a:pt x="59932" y="11557"/>
                </a:lnTo>
                <a:lnTo>
                  <a:pt x="59523" y="11557"/>
                </a:lnTo>
                <a:lnTo>
                  <a:pt x="59420" y="11352"/>
                </a:lnTo>
                <a:lnTo>
                  <a:pt x="58602" y="11455"/>
                </a:lnTo>
                <a:lnTo>
                  <a:pt x="58500" y="11864"/>
                </a:lnTo>
                <a:lnTo>
                  <a:pt x="59114" y="11966"/>
                </a:lnTo>
                <a:lnTo>
                  <a:pt x="58500" y="12068"/>
                </a:lnTo>
                <a:lnTo>
                  <a:pt x="58295" y="11761"/>
                </a:lnTo>
                <a:lnTo>
                  <a:pt x="58295" y="11966"/>
                </a:lnTo>
                <a:lnTo>
                  <a:pt x="54307" y="11557"/>
                </a:lnTo>
                <a:lnTo>
                  <a:pt x="53795" y="11045"/>
                </a:lnTo>
                <a:lnTo>
                  <a:pt x="51750" y="11557"/>
                </a:lnTo>
                <a:lnTo>
                  <a:pt x="54000" y="11250"/>
                </a:lnTo>
                <a:lnTo>
                  <a:pt x="54000" y="11250"/>
                </a:lnTo>
                <a:lnTo>
                  <a:pt x="52057" y="11966"/>
                </a:lnTo>
                <a:lnTo>
                  <a:pt x="51239" y="13193"/>
                </a:lnTo>
                <a:lnTo>
                  <a:pt x="50932" y="12068"/>
                </a:lnTo>
                <a:lnTo>
                  <a:pt x="50727" y="11966"/>
                </a:lnTo>
                <a:lnTo>
                  <a:pt x="50625" y="11864"/>
                </a:lnTo>
                <a:lnTo>
                  <a:pt x="46943" y="11864"/>
                </a:lnTo>
                <a:lnTo>
                  <a:pt x="48375" y="11455"/>
                </a:lnTo>
                <a:lnTo>
                  <a:pt x="42341" y="10636"/>
                </a:lnTo>
                <a:lnTo>
                  <a:pt x="42852" y="10330"/>
                </a:lnTo>
                <a:lnTo>
                  <a:pt x="43057" y="9920"/>
                </a:lnTo>
                <a:lnTo>
                  <a:pt x="42545" y="10023"/>
                </a:lnTo>
                <a:lnTo>
                  <a:pt x="42750" y="10125"/>
                </a:lnTo>
                <a:lnTo>
                  <a:pt x="41420" y="10636"/>
                </a:lnTo>
                <a:lnTo>
                  <a:pt x="41420" y="9920"/>
                </a:lnTo>
                <a:lnTo>
                  <a:pt x="40909" y="9716"/>
                </a:lnTo>
                <a:lnTo>
                  <a:pt x="40909" y="9716"/>
                </a:lnTo>
                <a:lnTo>
                  <a:pt x="41011" y="9818"/>
                </a:lnTo>
                <a:lnTo>
                  <a:pt x="41114" y="9818"/>
                </a:lnTo>
                <a:lnTo>
                  <a:pt x="39580" y="10330"/>
                </a:lnTo>
                <a:lnTo>
                  <a:pt x="39989" y="10125"/>
                </a:lnTo>
                <a:lnTo>
                  <a:pt x="37841" y="10739"/>
                </a:lnTo>
                <a:lnTo>
                  <a:pt x="38045" y="10534"/>
                </a:lnTo>
                <a:lnTo>
                  <a:pt x="37739" y="10636"/>
                </a:lnTo>
                <a:lnTo>
                  <a:pt x="37841" y="10636"/>
                </a:lnTo>
                <a:lnTo>
                  <a:pt x="36409" y="11045"/>
                </a:lnTo>
                <a:lnTo>
                  <a:pt x="36102" y="11045"/>
                </a:lnTo>
                <a:lnTo>
                  <a:pt x="35898" y="11148"/>
                </a:lnTo>
                <a:lnTo>
                  <a:pt x="35898" y="11045"/>
                </a:lnTo>
                <a:lnTo>
                  <a:pt x="36102" y="11045"/>
                </a:lnTo>
                <a:lnTo>
                  <a:pt x="39682" y="9920"/>
                </a:lnTo>
                <a:lnTo>
                  <a:pt x="37330" y="10330"/>
                </a:lnTo>
                <a:lnTo>
                  <a:pt x="37432" y="10330"/>
                </a:lnTo>
                <a:lnTo>
                  <a:pt x="35795" y="10739"/>
                </a:lnTo>
                <a:lnTo>
                  <a:pt x="36307" y="10534"/>
                </a:lnTo>
                <a:lnTo>
                  <a:pt x="34466" y="10841"/>
                </a:lnTo>
                <a:lnTo>
                  <a:pt x="34670" y="10943"/>
                </a:lnTo>
                <a:lnTo>
                  <a:pt x="34364" y="11045"/>
                </a:lnTo>
                <a:lnTo>
                  <a:pt x="34568" y="11148"/>
                </a:lnTo>
                <a:lnTo>
                  <a:pt x="25466" y="9716"/>
                </a:lnTo>
                <a:lnTo>
                  <a:pt x="25773" y="9614"/>
                </a:lnTo>
                <a:lnTo>
                  <a:pt x="25466" y="9614"/>
                </a:lnTo>
                <a:lnTo>
                  <a:pt x="25466" y="9511"/>
                </a:lnTo>
                <a:lnTo>
                  <a:pt x="25364" y="9511"/>
                </a:lnTo>
                <a:lnTo>
                  <a:pt x="25773" y="9409"/>
                </a:lnTo>
                <a:lnTo>
                  <a:pt x="24239" y="9307"/>
                </a:lnTo>
                <a:lnTo>
                  <a:pt x="24341" y="9205"/>
                </a:lnTo>
                <a:lnTo>
                  <a:pt x="23318" y="9409"/>
                </a:lnTo>
                <a:lnTo>
                  <a:pt x="23318" y="9307"/>
                </a:lnTo>
                <a:lnTo>
                  <a:pt x="24034" y="9102"/>
                </a:lnTo>
                <a:lnTo>
                  <a:pt x="23625" y="9000"/>
                </a:lnTo>
                <a:lnTo>
                  <a:pt x="23727" y="8898"/>
                </a:lnTo>
                <a:lnTo>
                  <a:pt x="23727" y="8898"/>
                </a:lnTo>
                <a:lnTo>
                  <a:pt x="21068" y="9409"/>
                </a:lnTo>
                <a:lnTo>
                  <a:pt x="21068" y="9409"/>
                </a:lnTo>
                <a:lnTo>
                  <a:pt x="21273" y="9307"/>
                </a:lnTo>
                <a:lnTo>
                  <a:pt x="20455" y="9511"/>
                </a:lnTo>
                <a:lnTo>
                  <a:pt x="20761" y="9614"/>
                </a:lnTo>
                <a:lnTo>
                  <a:pt x="20148" y="9818"/>
                </a:lnTo>
                <a:lnTo>
                  <a:pt x="20045" y="9818"/>
                </a:lnTo>
                <a:lnTo>
                  <a:pt x="20455" y="9614"/>
                </a:lnTo>
                <a:lnTo>
                  <a:pt x="18637" y="9901"/>
                </a:lnTo>
                <a:lnTo>
                  <a:pt x="18637" y="9901"/>
                </a:lnTo>
                <a:lnTo>
                  <a:pt x="13295" y="11455"/>
                </a:lnTo>
                <a:lnTo>
                  <a:pt x="13398" y="11455"/>
                </a:lnTo>
                <a:lnTo>
                  <a:pt x="13193" y="11557"/>
                </a:lnTo>
                <a:lnTo>
                  <a:pt x="14011" y="12273"/>
                </a:lnTo>
                <a:lnTo>
                  <a:pt x="13909" y="12682"/>
                </a:lnTo>
                <a:lnTo>
                  <a:pt x="14625" y="12580"/>
                </a:lnTo>
                <a:lnTo>
                  <a:pt x="14625" y="12580"/>
                </a:lnTo>
                <a:lnTo>
                  <a:pt x="14523" y="12682"/>
                </a:lnTo>
                <a:lnTo>
                  <a:pt x="14932" y="12682"/>
                </a:lnTo>
                <a:lnTo>
                  <a:pt x="14523" y="12989"/>
                </a:lnTo>
                <a:lnTo>
                  <a:pt x="15341" y="13091"/>
                </a:lnTo>
                <a:lnTo>
                  <a:pt x="14727" y="13193"/>
                </a:lnTo>
                <a:lnTo>
                  <a:pt x="14523" y="12989"/>
                </a:lnTo>
                <a:lnTo>
                  <a:pt x="14420" y="12886"/>
                </a:lnTo>
                <a:lnTo>
                  <a:pt x="14420" y="12784"/>
                </a:lnTo>
                <a:lnTo>
                  <a:pt x="14114" y="12989"/>
                </a:lnTo>
                <a:lnTo>
                  <a:pt x="14114" y="13295"/>
                </a:lnTo>
                <a:lnTo>
                  <a:pt x="14523" y="13295"/>
                </a:lnTo>
                <a:lnTo>
                  <a:pt x="14420" y="13398"/>
                </a:lnTo>
                <a:lnTo>
                  <a:pt x="12375" y="13398"/>
                </a:lnTo>
                <a:lnTo>
                  <a:pt x="12886" y="13091"/>
                </a:lnTo>
                <a:lnTo>
                  <a:pt x="11250" y="13398"/>
                </a:lnTo>
                <a:lnTo>
                  <a:pt x="11352" y="13398"/>
                </a:lnTo>
                <a:lnTo>
                  <a:pt x="9205" y="13909"/>
                </a:lnTo>
                <a:lnTo>
                  <a:pt x="9818" y="14216"/>
                </a:lnTo>
                <a:lnTo>
                  <a:pt x="9102" y="14318"/>
                </a:lnTo>
                <a:lnTo>
                  <a:pt x="9205" y="14523"/>
                </a:lnTo>
                <a:lnTo>
                  <a:pt x="9102" y="14932"/>
                </a:lnTo>
                <a:lnTo>
                  <a:pt x="11045" y="14932"/>
                </a:lnTo>
                <a:lnTo>
                  <a:pt x="11045" y="15034"/>
                </a:lnTo>
                <a:lnTo>
                  <a:pt x="12580" y="14625"/>
                </a:lnTo>
                <a:lnTo>
                  <a:pt x="12784" y="14830"/>
                </a:lnTo>
                <a:lnTo>
                  <a:pt x="12068" y="15034"/>
                </a:lnTo>
                <a:lnTo>
                  <a:pt x="11659" y="15648"/>
                </a:lnTo>
                <a:lnTo>
                  <a:pt x="10534" y="15852"/>
                </a:lnTo>
                <a:lnTo>
                  <a:pt x="8795" y="16261"/>
                </a:lnTo>
                <a:lnTo>
                  <a:pt x="8489" y="16159"/>
                </a:lnTo>
                <a:lnTo>
                  <a:pt x="7745" y="16624"/>
                </a:lnTo>
                <a:lnTo>
                  <a:pt x="7745" y="16624"/>
                </a:lnTo>
                <a:lnTo>
                  <a:pt x="5727" y="17489"/>
                </a:lnTo>
                <a:lnTo>
                  <a:pt x="5830" y="17489"/>
                </a:lnTo>
                <a:lnTo>
                  <a:pt x="5420" y="17693"/>
                </a:lnTo>
                <a:lnTo>
                  <a:pt x="5625" y="17693"/>
                </a:lnTo>
                <a:lnTo>
                  <a:pt x="5318" y="17898"/>
                </a:lnTo>
                <a:lnTo>
                  <a:pt x="5420" y="17898"/>
                </a:lnTo>
                <a:lnTo>
                  <a:pt x="5318" y="18102"/>
                </a:lnTo>
                <a:lnTo>
                  <a:pt x="5318" y="18102"/>
                </a:lnTo>
                <a:lnTo>
                  <a:pt x="5727" y="17898"/>
                </a:lnTo>
                <a:lnTo>
                  <a:pt x="5625" y="18000"/>
                </a:lnTo>
                <a:lnTo>
                  <a:pt x="5727" y="18000"/>
                </a:lnTo>
                <a:lnTo>
                  <a:pt x="5625" y="18102"/>
                </a:lnTo>
                <a:lnTo>
                  <a:pt x="5830" y="18102"/>
                </a:lnTo>
                <a:lnTo>
                  <a:pt x="5420" y="18205"/>
                </a:lnTo>
                <a:lnTo>
                  <a:pt x="6545" y="18307"/>
                </a:lnTo>
                <a:lnTo>
                  <a:pt x="6239" y="18307"/>
                </a:lnTo>
                <a:lnTo>
                  <a:pt x="6443" y="18409"/>
                </a:lnTo>
                <a:lnTo>
                  <a:pt x="6034" y="18614"/>
                </a:lnTo>
                <a:lnTo>
                  <a:pt x="6034" y="18614"/>
                </a:lnTo>
                <a:lnTo>
                  <a:pt x="6136" y="18409"/>
                </a:lnTo>
                <a:lnTo>
                  <a:pt x="5625" y="18511"/>
                </a:lnTo>
                <a:lnTo>
                  <a:pt x="5625" y="18307"/>
                </a:lnTo>
                <a:lnTo>
                  <a:pt x="4807" y="18614"/>
                </a:lnTo>
                <a:lnTo>
                  <a:pt x="5011" y="18614"/>
                </a:lnTo>
                <a:lnTo>
                  <a:pt x="5011" y="19227"/>
                </a:lnTo>
                <a:lnTo>
                  <a:pt x="7466" y="18511"/>
                </a:lnTo>
                <a:lnTo>
                  <a:pt x="7466" y="18511"/>
                </a:lnTo>
                <a:lnTo>
                  <a:pt x="5727" y="19943"/>
                </a:lnTo>
                <a:lnTo>
                  <a:pt x="5932" y="19943"/>
                </a:lnTo>
                <a:lnTo>
                  <a:pt x="5011" y="20352"/>
                </a:lnTo>
                <a:lnTo>
                  <a:pt x="6750" y="20045"/>
                </a:lnTo>
                <a:lnTo>
                  <a:pt x="7159" y="20352"/>
                </a:lnTo>
                <a:lnTo>
                  <a:pt x="8386" y="20045"/>
                </a:lnTo>
                <a:lnTo>
                  <a:pt x="8386" y="20045"/>
                </a:lnTo>
                <a:lnTo>
                  <a:pt x="7875" y="20352"/>
                </a:lnTo>
                <a:lnTo>
                  <a:pt x="7875" y="20352"/>
                </a:lnTo>
                <a:lnTo>
                  <a:pt x="9511" y="19943"/>
                </a:lnTo>
                <a:lnTo>
                  <a:pt x="8080" y="20761"/>
                </a:lnTo>
                <a:lnTo>
                  <a:pt x="8182" y="20864"/>
                </a:lnTo>
                <a:lnTo>
                  <a:pt x="5523" y="22193"/>
                </a:lnTo>
                <a:lnTo>
                  <a:pt x="5523" y="22091"/>
                </a:lnTo>
                <a:lnTo>
                  <a:pt x="3375" y="22909"/>
                </a:lnTo>
                <a:lnTo>
                  <a:pt x="3375" y="23114"/>
                </a:lnTo>
                <a:lnTo>
                  <a:pt x="3170" y="23011"/>
                </a:lnTo>
                <a:lnTo>
                  <a:pt x="2966" y="23114"/>
                </a:lnTo>
                <a:lnTo>
                  <a:pt x="2966" y="23114"/>
                </a:lnTo>
                <a:lnTo>
                  <a:pt x="3170" y="22909"/>
                </a:lnTo>
                <a:lnTo>
                  <a:pt x="2864" y="23011"/>
                </a:lnTo>
                <a:lnTo>
                  <a:pt x="2864" y="23011"/>
                </a:lnTo>
                <a:lnTo>
                  <a:pt x="2966" y="22909"/>
                </a:lnTo>
                <a:lnTo>
                  <a:pt x="1120" y="23634"/>
                </a:lnTo>
                <a:lnTo>
                  <a:pt x="1120" y="23634"/>
                </a:lnTo>
                <a:lnTo>
                  <a:pt x="1023" y="23830"/>
                </a:lnTo>
                <a:lnTo>
                  <a:pt x="2276" y="23472"/>
                </a:lnTo>
                <a:lnTo>
                  <a:pt x="2276" y="23472"/>
                </a:lnTo>
                <a:lnTo>
                  <a:pt x="3886" y="23114"/>
                </a:lnTo>
                <a:lnTo>
                  <a:pt x="3682" y="23318"/>
                </a:lnTo>
                <a:lnTo>
                  <a:pt x="5069" y="22823"/>
                </a:lnTo>
                <a:lnTo>
                  <a:pt x="5069" y="22823"/>
                </a:lnTo>
                <a:lnTo>
                  <a:pt x="5216" y="22602"/>
                </a:lnTo>
                <a:lnTo>
                  <a:pt x="5932" y="22398"/>
                </a:lnTo>
                <a:lnTo>
                  <a:pt x="5830" y="22398"/>
                </a:lnTo>
                <a:lnTo>
                  <a:pt x="10534" y="20761"/>
                </a:lnTo>
                <a:lnTo>
                  <a:pt x="10432" y="20761"/>
                </a:lnTo>
                <a:lnTo>
                  <a:pt x="11352" y="20352"/>
                </a:lnTo>
                <a:lnTo>
                  <a:pt x="11455" y="19943"/>
                </a:lnTo>
                <a:lnTo>
                  <a:pt x="12580" y="19330"/>
                </a:lnTo>
                <a:lnTo>
                  <a:pt x="12580" y="19432"/>
                </a:lnTo>
                <a:lnTo>
                  <a:pt x="12886" y="19330"/>
                </a:lnTo>
                <a:lnTo>
                  <a:pt x="12886" y="19227"/>
                </a:lnTo>
                <a:lnTo>
                  <a:pt x="17386" y="17693"/>
                </a:lnTo>
                <a:lnTo>
                  <a:pt x="16568" y="18102"/>
                </a:lnTo>
                <a:lnTo>
                  <a:pt x="16875" y="18205"/>
                </a:lnTo>
                <a:lnTo>
                  <a:pt x="16875" y="18307"/>
                </a:lnTo>
                <a:lnTo>
                  <a:pt x="14011" y="19125"/>
                </a:lnTo>
                <a:lnTo>
                  <a:pt x="14318" y="19330"/>
                </a:lnTo>
                <a:lnTo>
                  <a:pt x="13193" y="19841"/>
                </a:lnTo>
                <a:lnTo>
                  <a:pt x="15443" y="19227"/>
                </a:lnTo>
                <a:lnTo>
                  <a:pt x="15443" y="19227"/>
                </a:lnTo>
                <a:lnTo>
                  <a:pt x="15341" y="19330"/>
                </a:lnTo>
                <a:lnTo>
                  <a:pt x="15852" y="19023"/>
                </a:lnTo>
                <a:lnTo>
                  <a:pt x="15852" y="19125"/>
                </a:lnTo>
                <a:lnTo>
                  <a:pt x="17284" y="18614"/>
                </a:lnTo>
                <a:lnTo>
                  <a:pt x="16875" y="18614"/>
                </a:lnTo>
                <a:lnTo>
                  <a:pt x="17284" y="18409"/>
                </a:lnTo>
                <a:lnTo>
                  <a:pt x="17182" y="18409"/>
                </a:lnTo>
                <a:lnTo>
                  <a:pt x="17554" y="18186"/>
                </a:lnTo>
                <a:lnTo>
                  <a:pt x="17554" y="18186"/>
                </a:lnTo>
                <a:lnTo>
                  <a:pt x="18205" y="18000"/>
                </a:lnTo>
                <a:lnTo>
                  <a:pt x="18205" y="18000"/>
                </a:lnTo>
                <a:lnTo>
                  <a:pt x="17795" y="18307"/>
                </a:lnTo>
                <a:lnTo>
                  <a:pt x="19125" y="18102"/>
                </a:lnTo>
                <a:lnTo>
                  <a:pt x="18614" y="18409"/>
                </a:lnTo>
                <a:lnTo>
                  <a:pt x="18818" y="18409"/>
                </a:lnTo>
                <a:lnTo>
                  <a:pt x="18818" y="18511"/>
                </a:lnTo>
                <a:lnTo>
                  <a:pt x="19125" y="18511"/>
                </a:lnTo>
                <a:lnTo>
                  <a:pt x="18818" y="18716"/>
                </a:lnTo>
                <a:lnTo>
                  <a:pt x="19227" y="18716"/>
                </a:lnTo>
                <a:lnTo>
                  <a:pt x="19841" y="18511"/>
                </a:lnTo>
                <a:lnTo>
                  <a:pt x="19432" y="18920"/>
                </a:lnTo>
                <a:lnTo>
                  <a:pt x="19636" y="19125"/>
                </a:lnTo>
                <a:lnTo>
                  <a:pt x="21682" y="19023"/>
                </a:lnTo>
                <a:lnTo>
                  <a:pt x="21682" y="19023"/>
                </a:lnTo>
                <a:lnTo>
                  <a:pt x="21477" y="19227"/>
                </a:lnTo>
                <a:lnTo>
                  <a:pt x="23216" y="19227"/>
                </a:lnTo>
                <a:lnTo>
                  <a:pt x="22295" y="19534"/>
                </a:lnTo>
                <a:lnTo>
                  <a:pt x="22909" y="19943"/>
                </a:lnTo>
                <a:lnTo>
                  <a:pt x="22807" y="19943"/>
                </a:lnTo>
                <a:lnTo>
                  <a:pt x="23216" y="20659"/>
                </a:lnTo>
                <a:lnTo>
                  <a:pt x="23830" y="20659"/>
                </a:lnTo>
                <a:lnTo>
                  <a:pt x="23830" y="20455"/>
                </a:lnTo>
                <a:lnTo>
                  <a:pt x="24034" y="20352"/>
                </a:lnTo>
                <a:lnTo>
                  <a:pt x="23625" y="20148"/>
                </a:lnTo>
                <a:lnTo>
                  <a:pt x="24545" y="20045"/>
                </a:lnTo>
                <a:lnTo>
                  <a:pt x="24443" y="20148"/>
                </a:lnTo>
                <a:lnTo>
                  <a:pt x="24648" y="20148"/>
                </a:lnTo>
                <a:lnTo>
                  <a:pt x="24136" y="20659"/>
                </a:lnTo>
                <a:lnTo>
                  <a:pt x="24545" y="20761"/>
                </a:lnTo>
                <a:lnTo>
                  <a:pt x="25466" y="19636"/>
                </a:lnTo>
                <a:lnTo>
                  <a:pt x="24955" y="20557"/>
                </a:lnTo>
                <a:lnTo>
                  <a:pt x="25159" y="20761"/>
                </a:lnTo>
                <a:lnTo>
                  <a:pt x="25670" y="20557"/>
                </a:lnTo>
                <a:lnTo>
                  <a:pt x="25159" y="20966"/>
                </a:lnTo>
                <a:lnTo>
                  <a:pt x="25568" y="21170"/>
                </a:lnTo>
                <a:lnTo>
                  <a:pt x="24750" y="21784"/>
                </a:lnTo>
                <a:lnTo>
                  <a:pt x="25159" y="21886"/>
                </a:lnTo>
                <a:lnTo>
                  <a:pt x="25159" y="22193"/>
                </a:lnTo>
                <a:lnTo>
                  <a:pt x="25057" y="22295"/>
                </a:lnTo>
                <a:lnTo>
                  <a:pt x="25364" y="22705"/>
                </a:lnTo>
                <a:lnTo>
                  <a:pt x="24648" y="23114"/>
                </a:lnTo>
                <a:lnTo>
                  <a:pt x="24545" y="23420"/>
                </a:lnTo>
                <a:lnTo>
                  <a:pt x="25670" y="22807"/>
                </a:lnTo>
                <a:lnTo>
                  <a:pt x="24750" y="24136"/>
                </a:lnTo>
                <a:lnTo>
                  <a:pt x="26284" y="23011"/>
                </a:lnTo>
                <a:lnTo>
                  <a:pt x="26284" y="23011"/>
                </a:lnTo>
                <a:lnTo>
                  <a:pt x="25568" y="23830"/>
                </a:lnTo>
                <a:lnTo>
                  <a:pt x="25568" y="23830"/>
                </a:lnTo>
                <a:lnTo>
                  <a:pt x="26182" y="23318"/>
                </a:lnTo>
                <a:lnTo>
                  <a:pt x="26182" y="23495"/>
                </a:lnTo>
                <a:lnTo>
                  <a:pt x="26182" y="23495"/>
                </a:lnTo>
                <a:lnTo>
                  <a:pt x="24750" y="24545"/>
                </a:lnTo>
                <a:lnTo>
                  <a:pt x="25159" y="24648"/>
                </a:lnTo>
                <a:lnTo>
                  <a:pt x="24443" y="25364"/>
                </a:lnTo>
                <a:lnTo>
                  <a:pt x="24443" y="25568"/>
                </a:lnTo>
                <a:lnTo>
                  <a:pt x="25261" y="25261"/>
                </a:lnTo>
                <a:lnTo>
                  <a:pt x="25364" y="25159"/>
                </a:lnTo>
                <a:lnTo>
                  <a:pt x="25773" y="25057"/>
                </a:lnTo>
                <a:lnTo>
                  <a:pt x="25364" y="25261"/>
                </a:lnTo>
                <a:lnTo>
                  <a:pt x="25773" y="25568"/>
                </a:lnTo>
                <a:lnTo>
                  <a:pt x="25261" y="25261"/>
                </a:lnTo>
                <a:lnTo>
                  <a:pt x="24955" y="25466"/>
                </a:lnTo>
                <a:lnTo>
                  <a:pt x="25364" y="25977"/>
                </a:lnTo>
                <a:lnTo>
                  <a:pt x="24750" y="26489"/>
                </a:lnTo>
                <a:lnTo>
                  <a:pt x="24750" y="26489"/>
                </a:lnTo>
                <a:lnTo>
                  <a:pt x="25159" y="26284"/>
                </a:lnTo>
                <a:lnTo>
                  <a:pt x="24545" y="26693"/>
                </a:lnTo>
                <a:lnTo>
                  <a:pt x="24443" y="27000"/>
                </a:lnTo>
                <a:lnTo>
                  <a:pt x="26080" y="25977"/>
                </a:lnTo>
                <a:lnTo>
                  <a:pt x="25670" y="26386"/>
                </a:lnTo>
                <a:lnTo>
                  <a:pt x="25773" y="26795"/>
                </a:lnTo>
                <a:lnTo>
                  <a:pt x="25568" y="26489"/>
                </a:lnTo>
                <a:lnTo>
                  <a:pt x="24852" y="26795"/>
                </a:lnTo>
                <a:lnTo>
                  <a:pt x="24955" y="26795"/>
                </a:lnTo>
                <a:lnTo>
                  <a:pt x="24545" y="27307"/>
                </a:lnTo>
                <a:lnTo>
                  <a:pt x="25466" y="27102"/>
                </a:lnTo>
                <a:lnTo>
                  <a:pt x="24341" y="27614"/>
                </a:lnTo>
                <a:lnTo>
                  <a:pt x="25159" y="27818"/>
                </a:lnTo>
                <a:lnTo>
                  <a:pt x="25057" y="27920"/>
                </a:lnTo>
                <a:lnTo>
                  <a:pt x="25159" y="28023"/>
                </a:lnTo>
                <a:lnTo>
                  <a:pt x="24852" y="28125"/>
                </a:lnTo>
                <a:lnTo>
                  <a:pt x="25364" y="28125"/>
                </a:lnTo>
                <a:lnTo>
                  <a:pt x="24852" y="28227"/>
                </a:lnTo>
                <a:lnTo>
                  <a:pt x="25977" y="28227"/>
                </a:lnTo>
                <a:lnTo>
                  <a:pt x="26284" y="27920"/>
                </a:lnTo>
                <a:lnTo>
                  <a:pt x="25773" y="28841"/>
                </a:lnTo>
                <a:lnTo>
                  <a:pt x="26591" y="28636"/>
                </a:lnTo>
                <a:lnTo>
                  <a:pt x="26489" y="29148"/>
                </a:lnTo>
                <a:lnTo>
                  <a:pt x="26182" y="29352"/>
                </a:lnTo>
                <a:lnTo>
                  <a:pt x="26182" y="29352"/>
                </a:lnTo>
                <a:lnTo>
                  <a:pt x="26795" y="29148"/>
                </a:lnTo>
                <a:lnTo>
                  <a:pt x="26489" y="29455"/>
                </a:lnTo>
                <a:lnTo>
                  <a:pt x="26898" y="29455"/>
                </a:lnTo>
                <a:lnTo>
                  <a:pt x="26489" y="29659"/>
                </a:lnTo>
                <a:lnTo>
                  <a:pt x="26489" y="29864"/>
                </a:lnTo>
                <a:lnTo>
                  <a:pt x="26591" y="30068"/>
                </a:lnTo>
                <a:lnTo>
                  <a:pt x="26693" y="30068"/>
                </a:lnTo>
                <a:lnTo>
                  <a:pt x="26386" y="30375"/>
                </a:lnTo>
                <a:lnTo>
                  <a:pt x="26386" y="30682"/>
                </a:lnTo>
                <a:lnTo>
                  <a:pt x="26489" y="30682"/>
                </a:lnTo>
                <a:lnTo>
                  <a:pt x="26386" y="30784"/>
                </a:lnTo>
                <a:lnTo>
                  <a:pt x="26386" y="30682"/>
                </a:lnTo>
                <a:lnTo>
                  <a:pt x="26080" y="31295"/>
                </a:lnTo>
                <a:lnTo>
                  <a:pt x="25670" y="31500"/>
                </a:lnTo>
                <a:lnTo>
                  <a:pt x="25568" y="31602"/>
                </a:lnTo>
                <a:lnTo>
                  <a:pt x="25568" y="31500"/>
                </a:lnTo>
                <a:lnTo>
                  <a:pt x="25670" y="31500"/>
                </a:lnTo>
                <a:lnTo>
                  <a:pt x="26182" y="30886"/>
                </a:lnTo>
                <a:lnTo>
                  <a:pt x="26182" y="30886"/>
                </a:lnTo>
                <a:lnTo>
                  <a:pt x="25466" y="31398"/>
                </a:lnTo>
                <a:lnTo>
                  <a:pt x="25875" y="30989"/>
                </a:lnTo>
                <a:lnTo>
                  <a:pt x="25875" y="31091"/>
                </a:lnTo>
                <a:lnTo>
                  <a:pt x="26182" y="30682"/>
                </a:lnTo>
                <a:lnTo>
                  <a:pt x="24852" y="30477"/>
                </a:lnTo>
                <a:lnTo>
                  <a:pt x="24341" y="31909"/>
                </a:lnTo>
                <a:lnTo>
                  <a:pt x="24545" y="31909"/>
                </a:lnTo>
                <a:lnTo>
                  <a:pt x="24136" y="32420"/>
                </a:lnTo>
                <a:lnTo>
                  <a:pt x="24136" y="32216"/>
                </a:lnTo>
                <a:lnTo>
                  <a:pt x="23932" y="32523"/>
                </a:lnTo>
                <a:lnTo>
                  <a:pt x="24545" y="32727"/>
                </a:lnTo>
                <a:lnTo>
                  <a:pt x="24034" y="32625"/>
                </a:lnTo>
                <a:lnTo>
                  <a:pt x="21989" y="35489"/>
                </a:lnTo>
                <a:lnTo>
                  <a:pt x="22091" y="35489"/>
                </a:lnTo>
                <a:lnTo>
                  <a:pt x="20557" y="38250"/>
                </a:lnTo>
                <a:lnTo>
                  <a:pt x="20557" y="38148"/>
                </a:lnTo>
                <a:lnTo>
                  <a:pt x="20250" y="38659"/>
                </a:lnTo>
                <a:lnTo>
                  <a:pt x="20348" y="40709"/>
                </a:lnTo>
                <a:lnTo>
                  <a:pt x="20348" y="40709"/>
                </a:lnTo>
                <a:lnTo>
                  <a:pt x="20148" y="40909"/>
                </a:lnTo>
                <a:lnTo>
                  <a:pt x="20455" y="41011"/>
                </a:lnTo>
                <a:lnTo>
                  <a:pt x="20761" y="40807"/>
                </a:lnTo>
                <a:lnTo>
                  <a:pt x="21477" y="40807"/>
                </a:lnTo>
                <a:lnTo>
                  <a:pt x="20761" y="40909"/>
                </a:lnTo>
                <a:lnTo>
                  <a:pt x="20761" y="41420"/>
                </a:lnTo>
                <a:lnTo>
                  <a:pt x="20557" y="41114"/>
                </a:lnTo>
                <a:lnTo>
                  <a:pt x="20352" y="41727"/>
                </a:lnTo>
                <a:lnTo>
                  <a:pt x="20557" y="42341"/>
                </a:lnTo>
                <a:lnTo>
                  <a:pt x="20352" y="42648"/>
                </a:lnTo>
                <a:lnTo>
                  <a:pt x="20864" y="43875"/>
                </a:lnTo>
                <a:lnTo>
                  <a:pt x="20761" y="44284"/>
                </a:lnTo>
                <a:lnTo>
                  <a:pt x="21068" y="44591"/>
                </a:lnTo>
                <a:lnTo>
                  <a:pt x="21477" y="44693"/>
                </a:lnTo>
                <a:lnTo>
                  <a:pt x="23011" y="47250"/>
                </a:lnTo>
                <a:lnTo>
                  <a:pt x="22909" y="47455"/>
                </a:lnTo>
                <a:lnTo>
                  <a:pt x="23216" y="49295"/>
                </a:lnTo>
                <a:lnTo>
                  <a:pt x="23932" y="50114"/>
                </a:lnTo>
                <a:lnTo>
                  <a:pt x="23932" y="51341"/>
                </a:lnTo>
                <a:lnTo>
                  <a:pt x="24034" y="51341"/>
                </a:lnTo>
                <a:lnTo>
                  <a:pt x="24034" y="51545"/>
                </a:lnTo>
                <a:lnTo>
                  <a:pt x="23830" y="51341"/>
                </a:lnTo>
                <a:lnTo>
                  <a:pt x="23216" y="51443"/>
                </a:lnTo>
                <a:lnTo>
                  <a:pt x="23830" y="52159"/>
                </a:lnTo>
                <a:lnTo>
                  <a:pt x="24648" y="52364"/>
                </a:lnTo>
                <a:lnTo>
                  <a:pt x="25261" y="54818"/>
                </a:lnTo>
                <a:lnTo>
                  <a:pt x="26795" y="56455"/>
                </a:lnTo>
                <a:lnTo>
                  <a:pt x="26898" y="55432"/>
                </a:lnTo>
                <a:lnTo>
                  <a:pt x="26386" y="55227"/>
                </a:lnTo>
                <a:lnTo>
                  <a:pt x="25773" y="52364"/>
                </a:lnTo>
                <a:lnTo>
                  <a:pt x="25773" y="52670"/>
                </a:lnTo>
                <a:lnTo>
                  <a:pt x="25261" y="50830"/>
                </a:lnTo>
                <a:lnTo>
                  <a:pt x="25057" y="50727"/>
                </a:lnTo>
                <a:lnTo>
                  <a:pt x="24341" y="48068"/>
                </a:lnTo>
                <a:lnTo>
                  <a:pt x="24545" y="47250"/>
                </a:lnTo>
                <a:lnTo>
                  <a:pt x="25159" y="47659"/>
                </a:lnTo>
                <a:lnTo>
                  <a:pt x="25364" y="47557"/>
                </a:lnTo>
                <a:lnTo>
                  <a:pt x="25466" y="47761"/>
                </a:lnTo>
                <a:lnTo>
                  <a:pt x="25875" y="47966"/>
                </a:lnTo>
                <a:lnTo>
                  <a:pt x="26591" y="51034"/>
                </a:lnTo>
                <a:lnTo>
                  <a:pt x="27205" y="51341"/>
                </a:lnTo>
                <a:lnTo>
                  <a:pt x="27000" y="51852"/>
                </a:lnTo>
                <a:lnTo>
                  <a:pt x="28023" y="53080"/>
                </a:lnTo>
                <a:lnTo>
                  <a:pt x="27920" y="52977"/>
                </a:lnTo>
                <a:lnTo>
                  <a:pt x="28125" y="53591"/>
                </a:lnTo>
                <a:lnTo>
                  <a:pt x="27920" y="53795"/>
                </a:lnTo>
                <a:lnTo>
                  <a:pt x="28636" y="54307"/>
                </a:lnTo>
                <a:lnTo>
                  <a:pt x="28432" y="54205"/>
                </a:lnTo>
                <a:lnTo>
                  <a:pt x="29045" y="54920"/>
                </a:lnTo>
                <a:lnTo>
                  <a:pt x="28841" y="54920"/>
                </a:lnTo>
                <a:lnTo>
                  <a:pt x="29761" y="56148"/>
                </a:lnTo>
                <a:lnTo>
                  <a:pt x="30477" y="58091"/>
                </a:lnTo>
                <a:lnTo>
                  <a:pt x="29966" y="59216"/>
                </a:lnTo>
                <a:lnTo>
                  <a:pt x="37534" y="63920"/>
                </a:lnTo>
                <a:lnTo>
                  <a:pt x="39068" y="63307"/>
                </a:lnTo>
                <a:lnTo>
                  <a:pt x="39170" y="63307"/>
                </a:lnTo>
                <a:lnTo>
                  <a:pt x="39784" y="63614"/>
                </a:lnTo>
                <a:lnTo>
                  <a:pt x="39784" y="63614"/>
                </a:lnTo>
                <a:lnTo>
                  <a:pt x="39375" y="63307"/>
                </a:lnTo>
                <a:lnTo>
                  <a:pt x="39375" y="63307"/>
                </a:lnTo>
                <a:lnTo>
                  <a:pt x="44284" y="66375"/>
                </a:lnTo>
                <a:lnTo>
                  <a:pt x="45000" y="66273"/>
                </a:lnTo>
                <a:lnTo>
                  <a:pt x="45409" y="66682"/>
                </a:lnTo>
                <a:lnTo>
                  <a:pt x="45307" y="66989"/>
                </a:lnTo>
                <a:lnTo>
                  <a:pt x="46534" y="68830"/>
                </a:lnTo>
                <a:lnTo>
                  <a:pt x="46534" y="69443"/>
                </a:lnTo>
                <a:lnTo>
                  <a:pt x="47148" y="70159"/>
                </a:lnTo>
                <a:lnTo>
                  <a:pt x="47352" y="69852"/>
                </a:lnTo>
                <a:lnTo>
                  <a:pt x="47045" y="69443"/>
                </a:lnTo>
                <a:lnTo>
                  <a:pt x="47045" y="69443"/>
                </a:lnTo>
                <a:lnTo>
                  <a:pt x="48784" y="71386"/>
                </a:lnTo>
                <a:lnTo>
                  <a:pt x="48784" y="71386"/>
                </a:lnTo>
                <a:lnTo>
                  <a:pt x="48580" y="71080"/>
                </a:lnTo>
                <a:lnTo>
                  <a:pt x="49091" y="71693"/>
                </a:lnTo>
                <a:lnTo>
                  <a:pt x="49705" y="71489"/>
                </a:lnTo>
                <a:lnTo>
                  <a:pt x="50625" y="72205"/>
                </a:lnTo>
                <a:lnTo>
                  <a:pt x="50727" y="71898"/>
                </a:lnTo>
                <a:lnTo>
                  <a:pt x="51136" y="72614"/>
                </a:lnTo>
                <a:lnTo>
                  <a:pt x="51648" y="72307"/>
                </a:lnTo>
                <a:lnTo>
                  <a:pt x="51341" y="71693"/>
                </a:lnTo>
                <a:lnTo>
                  <a:pt x="52670" y="70773"/>
                </a:lnTo>
                <a:lnTo>
                  <a:pt x="53182" y="71489"/>
                </a:lnTo>
                <a:lnTo>
                  <a:pt x="53182" y="71284"/>
                </a:lnTo>
                <a:lnTo>
                  <a:pt x="53386" y="71386"/>
                </a:lnTo>
                <a:lnTo>
                  <a:pt x="53489" y="71284"/>
                </a:lnTo>
                <a:lnTo>
                  <a:pt x="53693" y="71693"/>
                </a:lnTo>
                <a:lnTo>
                  <a:pt x="53386" y="71386"/>
                </a:lnTo>
                <a:lnTo>
                  <a:pt x="53182" y="71795"/>
                </a:lnTo>
                <a:lnTo>
                  <a:pt x="53795" y="75682"/>
                </a:lnTo>
                <a:lnTo>
                  <a:pt x="53898" y="75682"/>
                </a:lnTo>
                <a:lnTo>
                  <a:pt x="53898" y="75989"/>
                </a:lnTo>
                <a:lnTo>
                  <a:pt x="54000" y="75886"/>
                </a:lnTo>
                <a:lnTo>
                  <a:pt x="54205" y="75989"/>
                </a:lnTo>
                <a:lnTo>
                  <a:pt x="53489" y="77216"/>
                </a:lnTo>
                <a:lnTo>
                  <a:pt x="52977" y="77523"/>
                </a:lnTo>
                <a:lnTo>
                  <a:pt x="52773" y="78239"/>
                </a:lnTo>
                <a:lnTo>
                  <a:pt x="52364" y="78341"/>
                </a:lnTo>
                <a:lnTo>
                  <a:pt x="52568" y="78750"/>
                </a:lnTo>
                <a:lnTo>
                  <a:pt x="51648" y="79159"/>
                </a:lnTo>
                <a:lnTo>
                  <a:pt x="51239" y="80693"/>
                </a:lnTo>
                <a:lnTo>
                  <a:pt x="51034" y="80591"/>
                </a:lnTo>
                <a:lnTo>
                  <a:pt x="50727" y="81307"/>
                </a:lnTo>
                <a:lnTo>
                  <a:pt x="50727" y="82227"/>
                </a:lnTo>
                <a:lnTo>
                  <a:pt x="51034" y="82739"/>
                </a:lnTo>
                <a:lnTo>
                  <a:pt x="51545" y="82432"/>
                </a:lnTo>
                <a:lnTo>
                  <a:pt x="51648" y="82125"/>
                </a:lnTo>
                <a:lnTo>
                  <a:pt x="51750" y="82841"/>
                </a:lnTo>
                <a:lnTo>
                  <a:pt x="50318" y="84886"/>
                </a:lnTo>
                <a:lnTo>
                  <a:pt x="50830" y="85909"/>
                </a:lnTo>
                <a:lnTo>
                  <a:pt x="50625" y="86011"/>
                </a:lnTo>
                <a:lnTo>
                  <a:pt x="60852" y="98693"/>
                </a:lnTo>
                <a:lnTo>
                  <a:pt x="61977" y="118125"/>
                </a:lnTo>
                <a:lnTo>
                  <a:pt x="61670" y="118330"/>
                </a:lnTo>
                <a:lnTo>
                  <a:pt x="63102" y="122932"/>
                </a:lnTo>
                <a:lnTo>
                  <a:pt x="64125" y="122625"/>
                </a:lnTo>
                <a:lnTo>
                  <a:pt x="63818" y="123136"/>
                </a:lnTo>
                <a:lnTo>
                  <a:pt x="64125" y="123136"/>
                </a:lnTo>
                <a:lnTo>
                  <a:pt x="64330" y="123648"/>
                </a:lnTo>
                <a:lnTo>
                  <a:pt x="64023" y="123648"/>
                </a:lnTo>
                <a:lnTo>
                  <a:pt x="64227" y="125284"/>
                </a:lnTo>
                <a:lnTo>
                  <a:pt x="64636" y="125489"/>
                </a:lnTo>
                <a:lnTo>
                  <a:pt x="64534" y="126511"/>
                </a:lnTo>
                <a:lnTo>
                  <a:pt x="64943" y="126716"/>
                </a:lnTo>
                <a:lnTo>
                  <a:pt x="64330" y="126716"/>
                </a:lnTo>
                <a:lnTo>
                  <a:pt x="64636" y="127432"/>
                </a:lnTo>
                <a:lnTo>
                  <a:pt x="64534" y="127739"/>
                </a:lnTo>
                <a:lnTo>
                  <a:pt x="64330" y="127023"/>
                </a:lnTo>
                <a:lnTo>
                  <a:pt x="64023" y="127432"/>
                </a:lnTo>
                <a:lnTo>
                  <a:pt x="64023" y="127432"/>
                </a:lnTo>
                <a:lnTo>
                  <a:pt x="64227" y="127023"/>
                </a:lnTo>
                <a:lnTo>
                  <a:pt x="64023" y="126614"/>
                </a:lnTo>
                <a:lnTo>
                  <a:pt x="64023" y="127023"/>
                </a:lnTo>
                <a:lnTo>
                  <a:pt x="63409" y="127125"/>
                </a:lnTo>
                <a:lnTo>
                  <a:pt x="63614" y="127432"/>
                </a:lnTo>
                <a:lnTo>
                  <a:pt x="63205" y="127943"/>
                </a:lnTo>
                <a:lnTo>
                  <a:pt x="63205" y="127943"/>
                </a:lnTo>
                <a:lnTo>
                  <a:pt x="63716" y="127739"/>
                </a:lnTo>
                <a:lnTo>
                  <a:pt x="64227" y="128148"/>
                </a:lnTo>
                <a:lnTo>
                  <a:pt x="64227" y="128045"/>
                </a:lnTo>
                <a:lnTo>
                  <a:pt x="64534" y="128250"/>
                </a:lnTo>
                <a:lnTo>
                  <a:pt x="64534" y="128455"/>
                </a:lnTo>
                <a:lnTo>
                  <a:pt x="64432" y="128659"/>
                </a:lnTo>
                <a:lnTo>
                  <a:pt x="64636" y="129068"/>
                </a:lnTo>
                <a:lnTo>
                  <a:pt x="65148" y="128864"/>
                </a:lnTo>
                <a:lnTo>
                  <a:pt x="65557" y="129477"/>
                </a:lnTo>
                <a:lnTo>
                  <a:pt x="64534" y="129273"/>
                </a:lnTo>
                <a:lnTo>
                  <a:pt x="65148" y="129682"/>
                </a:lnTo>
                <a:lnTo>
                  <a:pt x="65455" y="130705"/>
                </a:lnTo>
                <a:lnTo>
                  <a:pt x="65352" y="130295"/>
                </a:lnTo>
                <a:lnTo>
                  <a:pt x="65455" y="130295"/>
                </a:lnTo>
                <a:lnTo>
                  <a:pt x="65864" y="131216"/>
                </a:lnTo>
                <a:lnTo>
                  <a:pt x="65352" y="131420"/>
                </a:lnTo>
                <a:lnTo>
                  <a:pt x="66068" y="131727"/>
                </a:lnTo>
                <a:lnTo>
                  <a:pt x="65864" y="131727"/>
                </a:lnTo>
                <a:lnTo>
                  <a:pt x="66170" y="132034"/>
                </a:lnTo>
                <a:lnTo>
                  <a:pt x="66273" y="131727"/>
                </a:lnTo>
                <a:lnTo>
                  <a:pt x="66375" y="131932"/>
                </a:lnTo>
                <a:lnTo>
                  <a:pt x="66375" y="132239"/>
                </a:lnTo>
                <a:lnTo>
                  <a:pt x="66170" y="132034"/>
                </a:lnTo>
                <a:lnTo>
                  <a:pt x="65557" y="131625"/>
                </a:lnTo>
                <a:lnTo>
                  <a:pt x="65250" y="131932"/>
                </a:lnTo>
                <a:lnTo>
                  <a:pt x="67193" y="133261"/>
                </a:lnTo>
                <a:lnTo>
                  <a:pt x="67398" y="133159"/>
                </a:lnTo>
                <a:lnTo>
                  <a:pt x="67091" y="132750"/>
                </a:lnTo>
                <a:lnTo>
                  <a:pt x="67705" y="133057"/>
                </a:lnTo>
                <a:lnTo>
                  <a:pt x="67398" y="133159"/>
                </a:lnTo>
                <a:lnTo>
                  <a:pt x="67500" y="133261"/>
                </a:lnTo>
                <a:lnTo>
                  <a:pt x="67602" y="133159"/>
                </a:lnTo>
                <a:lnTo>
                  <a:pt x="67807" y="133568"/>
                </a:lnTo>
                <a:lnTo>
                  <a:pt x="67807" y="133568"/>
                </a:lnTo>
                <a:lnTo>
                  <a:pt x="67500" y="133261"/>
                </a:lnTo>
                <a:lnTo>
                  <a:pt x="67295" y="133364"/>
                </a:lnTo>
                <a:lnTo>
                  <a:pt x="66477" y="133364"/>
                </a:lnTo>
                <a:lnTo>
                  <a:pt x="66886" y="133773"/>
                </a:lnTo>
                <a:lnTo>
                  <a:pt x="67500" y="133670"/>
                </a:lnTo>
                <a:lnTo>
                  <a:pt x="67295" y="134080"/>
                </a:lnTo>
                <a:lnTo>
                  <a:pt x="67705" y="134284"/>
                </a:lnTo>
                <a:lnTo>
                  <a:pt x="67807" y="134080"/>
                </a:lnTo>
                <a:lnTo>
                  <a:pt x="67926" y="134000"/>
                </a:lnTo>
                <a:lnTo>
                  <a:pt x="67926" y="134000"/>
                </a:lnTo>
                <a:lnTo>
                  <a:pt x="68420" y="134693"/>
                </a:lnTo>
                <a:lnTo>
                  <a:pt x="69136" y="133977"/>
                </a:lnTo>
                <a:lnTo>
                  <a:pt x="69136" y="134284"/>
                </a:lnTo>
                <a:lnTo>
                  <a:pt x="68932" y="134489"/>
                </a:lnTo>
                <a:lnTo>
                  <a:pt x="68932" y="134693"/>
                </a:lnTo>
                <a:lnTo>
                  <a:pt x="68727" y="134795"/>
                </a:lnTo>
                <a:lnTo>
                  <a:pt x="69750" y="134795"/>
                </a:lnTo>
                <a:lnTo>
                  <a:pt x="69545" y="134182"/>
                </a:lnTo>
                <a:lnTo>
                  <a:pt x="69767" y="133988"/>
                </a:lnTo>
                <a:lnTo>
                  <a:pt x="69767" y="133988"/>
                </a:lnTo>
                <a:lnTo>
                  <a:pt x="70057" y="134182"/>
                </a:lnTo>
                <a:lnTo>
                  <a:pt x="69852" y="134284"/>
                </a:lnTo>
                <a:lnTo>
                  <a:pt x="70568" y="134591"/>
                </a:lnTo>
                <a:lnTo>
                  <a:pt x="70364" y="135000"/>
                </a:lnTo>
                <a:lnTo>
                  <a:pt x="71489" y="135614"/>
                </a:lnTo>
                <a:lnTo>
                  <a:pt x="71386" y="135716"/>
                </a:lnTo>
                <a:lnTo>
                  <a:pt x="70159" y="135205"/>
                </a:lnTo>
                <a:lnTo>
                  <a:pt x="70364" y="135205"/>
                </a:lnTo>
                <a:lnTo>
                  <a:pt x="70057" y="135000"/>
                </a:lnTo>
                <a:lnTo>
                  <a:pt x="69955" y="135102"/>
                </a:lnTo>
                <a:lnTo>
                  <a:pt x="70568" y="135716"/>
                </a:lnTo>
                <a:lnTo>
                  <a:pt x="70057" y="135511"/>
                </a:lnTo>
                <a:lnTo>
                  <a:pt x="69443" y="135716"/>
                </a:lnTo>
                <a:lnTo>
                  <a:pt x="69545" y="135818"/>
                </a:lnTo>
                <a:lnTo>
                  <a:pt x="73943" y="136125"/>
                </a:lnTo>
                <a:lnTo>
                  <a:pt x="74557" y="135818"/>
                </a:lnTo>
                <a:lnTo>
                  <a:pt x="71489" y="134489"/>
                </a:lnTo>
                <a:lnTo>
                  <a:pt x="71591" y="134284"/>
                </a:lnTo>
                <a:lnTo>
                  <a:pt x="71080" y="133875"/>
                </a:lnTo>
                <a:lnTo>
                  <a:pt x="69782" y="133975"/>
                </a:lnTo>
                <a:lnTo>
                  <a:pt x="69782" y="133975"/>
                </a:lnTo>
                <a:lnTo>
                  <a:pt x="70364" y="133466"/>
                </a:lnTo>
                <a:lnTo>
                  <a:pt x="71080" y="133568"/>
                </a:lnTo>
                <a:lnTo>
                  <a:pt x="71080" y="133568"/>
                </a:lnTo>
                <a:lnTo>
                  <a:pt x="70057" y="132852"/>
                </a:lnTo>
                <a:lnTo>
                  <a:pt x="70364" y="132750"/>
                </a:lnTo>
                <a:lnTo>
                  <a:pt x="69852" y="132341"/>
                </a:lnTo>
                <a:lnTo>
                  <a:pt x="70159" y="131318"/>
                </a:lnTo>
                <a:lnTo>
                  <a:pt x="69750" y="131216"/>
                </a:lnTo>
                <a:lnTo>
                  <a:pt x="69955" y="131216"/>
                </a:lnTo>
                <a:lnTo>
                  <a:pt x="69955" y="131011"/>
                </a:lnTo>
                <a:lnTo>
                  <a:pt x="70670" y="131216"/>
                </a:lnTo>
                <a:lnTo>
                  <a:pt x="70670" y="131216"/>
                </a:lnTo>
                <a:lnTo>
                  <a:pt x="70466" y="130500"/>
                </a:lnTo>
                <a:lnTo>
                  <a:pt x="71591" y="129170"/>
                </a:lnTo>
                <a:lnTo>
                  <a:pt x="71182" y="129068"/>
                </a:lnTo>
                <a:lnTo>
                  <a:pt x="71284" y="128455"/>
                </a:lnTo>
                <a:lnTo>
                  <a:pt x="69443" y="127330"/>
                </a:lnTo>
                <a:lnTo>
                  <a:pt x="69852" y="126409"/>
                </a:lnTo>
                <a:lnTo>
                  <a:pt x="70159" y="126205"/>
                </a:lnTo>
                <a:lnTo>
                  <a:pt x="70670" y="126205"/>
                </a:lnTo>
                <a:lnTo>
                  <a:pt x="70568" y="124670"/>
                </a:lnTo>
                <a:lnTo>
                  <a:pt x="71182" y="124159"/>
                </a:lnTo>
                <a:lnTo>
                  <a:pt x="70568" y="123852"/>
                </a:lnTo>
                <a:lnTo>
                  <a:pt x="70977" y="123750"/>
                </a:lnTo>
                <a:lnTo>
                  <a:pt x="71284" y="124057"/>
                </a:lnTo>
                <a:lnTo>
                  <a:pt x="71284" y="124057"/>
                </a:lnTo>
                <a:lnTo>
                  <a:pt x="70977" y="123443"/>
                </a:lnTo>
                <a:lnTo>
                  <a:pt x="70773" y="123545"/>
                </a:lnTo>
                <a:lnTo>
                  <a:pt x="70364" y="123239"/>
                </a:lnTo>
                <a:lnTo>
                  <a:pt x="69955" y="122318"/>
                </a:lnTo>
                <a:lnTo>
                  <a:pt x="70057" y="122011"/>
                </a:lnTo>
                <a:lnTo>
                  <a:pt x="71182" y="122318"/>
                </a:lnTo>
                <a:lnTo>
                  <a:pt x="72205" y="122011"/>
                </a:lnTo>
                <a:lnTo>
                  <a:pt x="72000" y="121193"/>
                </a:lnTo>
                <a:lnTo>
                  <a:pt x="72102" y="120886"/>
                </a:lnTo>
                <a:lnTo>
                  <a:pt x="71898" y="120580"/>
                </a:lnTo>
                <a:lnTo>
                  <a:pt x="72000" y="120580"/>
                </a:lnTo>
                <a:lnTo>
                  <a:pt x="71693" y="120170"/>
                </a:lnTo>
                <a:lnTo>
                  <a:pt x="75477" y="119250"/>
                </a:lnTo>
                <a:lnTo>
                  <a:pt x="75886" y="117716"/>
                </a:lnTo>
                <a:lnTo>
                  <a:pt x="73739" y="114545"/>
                </a:lnTo>
                <a:lnTo>
                  <a:pt x="73739" y="114034"/>
                </a:lnTo>
                <a:lnTo>
                  <a:pt x="73943" y="114034"/>
                </a:lnTo>
                <a:lnTo>
                  <a:pt x="73841" y="113420"/>
                </a:lnTo>
                <a:lnTo>
                  <a:pt x="74045" y="113932"/>
                </a:lnTo>
                <a:lnTo>
                  <a:pt x="73841" y="114341"/>
                </a:lnTo>
                <a:lnTo>
                  <a:pt x="74557" y="115466"/>
                </a:lnTo>
                <a:lnTo>
                  <a:pt x="77216" y="115875"/>
                </a:lnTo>
                <a:lnTo>
                  <a:pt x="79466" y="111580"/>
                </a:lnTo>
                <a:lnTo>
                  <a:pt x="79568" y="111682"/>
                </a:lnTo>
                <a:lnTo>
                  <a:pt x="79568" y="111273"/>
                </a:lnTo>
                <a:lnTo>
                  <a:pt x="79466" y="110966"/>
                </a:lnTo>
                <a:lnTo>
                  <a:pt x="79773" y="111273"/>
                </a:lnTo>
                <a:lnTo>
                  <a:pt x="79875" y="111273"/>
                </a:lnTo>
                <a:lnTo>
                  <a:pt x="79364" y="112500"/>
                </a:lnTo>
                <a:lnTo>
                  <a:pt x="79773" y="112193"/>
                </a:lnTo>
                <a:lnTo>
                  <a:pt x="80080" y="111170"/>
                </a:lnTo>
                <a:lnTo>
                  <a:pt x="79875" y="111273"/>
                </a:lnTo>
                <a:lnTo>
                  <a:pt x="79875" y="111273"/>
                </a:lnTo>
                <a:lnTo>
                  <a:pt x="81409" y="107898"/>
                </a:lnTo>
                <a:lnTo>
                  <a:pt x="81102" y="106159"/>
                </a:lnTo>
                <a:lnTo>
                  <a:pt x="81614" y="106057"/>
                </a:lnTo>
                <a:lnTo>
                  <a:pt x="81511" y="106159"/>
                </a:lnTo>
                <a:lnTo>
                  <a:pt x="85398" y="103705"/>
                </a:lnTo>
                <a:lnTo>
                  <a:pt x="85807" y="103602"/>
                </a:lnTo>
                <a:lnTo>
                  <a:pt x="85909" y="103398"/>
                </a:lnTo>
                <a:lnTo>
                  <a:pt x="86114" y="103705"/>
                </a:lnTo>
                <a:lnTo>
                  <a:pt x="86830" y="103602"/>
                </a:lnTo>
                <a:lnTo>
                  <a:pt x="86932" y="103091"/>
                </a:lnTo>
                <a:lnTo>
                  <a:pt x="87750" y="102580"/>
                </a:lnTo>
                <a:lnTo>
                  <a:pt x="89080" y="94398"/>
                </a:lnTo>
                <a:lnTo>
                  <a:pt x="89080" y="93170"/>
                </a:lnTo>
                <a:lnTo>
                  <a:pt x="89284" y="93068"/>
                </a:lnTo>
                <a:lnTo>
                  <a:pt x="89489" y="93375"/>
                </a:lnTo>
                <a:lnTo>
                  <a:pt x="90409" y="91534"/>
                </a:lnTo>
                <a:lnTo>
                  <a:pt x="90409" y="91739"/>
                </a:lnTo>
                <a:lnTo>
                  <a:pt x="92557" y="87136"/>
                </a:lnTo>
                <a:lnTo>
                  <a:pt x="91943" y="85398"/>
                </a:lnTo>
                <a:lnTo>
                  <a:pt x="84273" y="82739"/>
                </a:lnTo>
                <a:lnTo>
                  <a:pt x="84068" y="82943"/>
                </a:lnTo>
                <a:lnTo>
                  <a:pt x="83966" y="82534"/>
                </a:lnTo>
                <a:lnTo>
                  <a:pt x="83557" y="83352"/>
                </a:lnTo>
                <a:lnTo>
                  <a:pt x="83557" y="83352"/>
                </a:lnTo>
                <a:lnTo>
                  <a:pt x="83659" y="82636"/>
                </a:lnTo>
                <a:lnTo>
                  <a:pt x="83557" y="82330"/>
                </a:lnTo>
                <a:lnTo>
                  <a:pt x="83557" y="81818"/>
                </a:lnTo>
                <a:lnTo>
                  <a:pt x="80591" y="80795"/>
                </a:lnTo>
                <a:lnTo>
                  <a:pt x="79057" y="82739"/>
                </a:lnTo>
                <a:lnTo>
                  <a:pt x="79364" y="81818"/>
                </a:lnTo>
                <a:lnTo>
                  <a:pt x="78341" y="82125"/>
                </a:lnTo>
                <a:lnTo>
                  <a:pt x="77932" y="81307"/>
                </a:lnTo>
                <a:lnTo>
                  <a:pt x="77625" y="81205"/>
                </a:lnTo>
                <a:lnTo>
                  <a:pt x="77011" y="81614"/>
                </a:lnTo>
                <a:lnTo>
                  <a:pt x="76295" y="81614"/>
                </a:lnTo>
                <a:lnTo>
                  <a:pt x="78852" y="78750"/>
                </a:lnTo>
                <a:lnTo>
                  <a:pt x="77216" y="75375"/>
                </a:lnTo>
                <a:lnTo>
                  <a:pt x="77011" y="75580"/>
                </a:lnTo>
                <a:lnTo>
                  <a:pt x="76807" y="75068"/>
                </a:lnTo>
                <a:lnTo>
                  <a:pt x="76705" y="75170"/>
                </a:lnTo>
                <a:lnTo>
                  <a:pt x="75273" y="74148"/>
                </a:lnTo>
                <a:lnTo>
                  <a:pt x="75068" y="74557"/>
                </a:lnTo>
                <a:lnTo>
                  <a:pt x="74455" y="73841"/>
                </a:lnTo>
                <a:lnTo>
                  <a:pt x="73432" y="74148"/>
                </a:lnTo>
                <a:lnTo>
                  <a:pt x="72614" y="73943"/>
                </a:lnTo>
                <a:lnTo>
                  <a:pt x="72307" y="74352"/>
                </a:lnTo>
                <a:lnTo>
                  <a:pt x="72307" y="73739"/>
                </a:lnTo>
                <a:lnTo>
                  <a:pt x="71284" y="72920"/>
                </a:lnTo>
                <a:lnTo>
                  <a:pt x="70977" y="73432"/>
                </a:lnTo>
                <a:lnTo>
                  <a:pt x="70977" y="73432"/>
                </a:lnTo>
                <a:lnTo>
                  <a:pt x="71080" y="72307"/>
                </a:lnTo>
                <a:lnTo>
                  <a:pt x="69852" y="71284"/>
                </a:lnTo>
                <a:lnTo>
                  <a:pt x="68420" y="71182"/>
                </a:lnTo>
                <a:lnTo>
                  <a:pt x="68830" y="70875"/>
                </a:lnTo>
                <a:lnTo>
                  <a:pt x="69034" y="70568"/>
                </a:lnTo>
                <a:lnTo>
                  <a:pt x="68932" y="70159"/>
                </a:lnTo>
                <a:lnTo>
                  <a:pt x="68420" y="69852"/>
                </a:lnTo>
                <a:lnTo>
                  <a:pt x="68318" y="69955"/>
                </a:lnTo>
                <a:lnTo>
                  <a:pt x="68318" y="70159"/>
                </a:lnTo>
                <a:lnTo>
                  <a:pt x="67909" y="69852"/>
                </a:lnTo>
                <a:lnTo>
                  <a:pt x="67807" y="69955"/>
                </a:lnTo>
                <a:lnTo>
                  <a:pt x="67602" y="69545"/>
                </a:lnTo>
                <a:lnTo>
                  <a:pt x="67398" y="69648"/>
                </a:lnTo>
                <a:lnTo>
                  <a:pt x="67295" y="69239"/>
                </a:lnTo>
                <a:lnTo>
                  <a:pt x="68216" y="69034"/>
                </a:lnTo>
                <a:lnTo>
                  <a:pt x="66068" y="69136"/>
                </a:lnTo>
                <a:lnTo>
                  <a:pt x="66068" y="69239"/>
                </a:lnTo>
                <a:lnTo>
                  <a:pt x="66580" y="69239"/>
                </a:lnTo>
                <a:lnTo>
                  <a:pt x="65045" y="69648"/>
                </a:lnTo>
                <a:lnTo>
                  <a:pt x="64636" y="69443"/>
                </a:lnTo>
                <a:lnTo>
                  <a:pt x="64432" y="69136"/>
                </a:lnTo>
                <a:lnTo>
                  <a:pt x="62489" y="69136"/>
                </a:lnTo>
                <a:lnTo>
                  <a:pt x="62284" y="68523"/>
                </a:lnTo>
                <a:lnTo>
                  <a:pt x="61466" y="68216"/>
                </a:lnTo>
                <a:lnTo>
                  <a:pt x="61159" y="67705"/>
                </a:lnTo>
                <a:lnTo>
                  <a:pt x="60750" y="67705"/>
                </a:lnTo>
                <a:lnTo>
                  <a:pt x="61159" y="68114"/>
                </a:lnTo>
                <a:lnTo>
                  <a:pt x="59727" y="68727"/>
                </a:lnTo>
                <a:lnTo>
                  <a:pt x="59523" y="69239"/>
                </a:lnTo>
                <a:lnTo>
                  <a:pt x="59932" y="70057"/>
                </a:lnTo>
                <a:lnTo>
                  <a:pt x="59625" y="70670"/>
                </a:lnTo>
                <a:lnTo>
                  <a:pt x="59216" y="70364"/>
                </a:lnTo>
                <a:lnTo>
                  <a:pt x="59114" y="69648"/>
                </a:lnTo>
                <a:lnTo>
                  <a:pt x="59420" y="69239"/>
                </a:lnTo>
                <a:lnTo>
                  <a:pt x="59318" y="68727"/>
                </a:lnTo>
                <a:lnTo>
                  <a:pt x="59420" y="68727"/>
                </a:lnTo>
                <a:lnTo>
                  <a:pt x="59216" y="68114"/>
                </a:lnTo>
                <a:lnTo>
                  <a:pt x="59830" y="67807"/>
                </a:lnTo>
                <a:lnTo>
                  <a:pt x="59625" y="67295"/>
                </a:lnTo>
                <a:lnTo>
                  <a:pt x="56966" y="68932"/>
                </a:lnTo>
                <a:lnTo>
                  <a:pt x="56966" y="68727"/>
                </a:lnTo>
                <a:lnTo>
                  <a:pt x="56557" y="68625"/>
                </a:lnTo>
                <a:lnTo>
                  <a:pt x="55739" y="69648"/>
                </a:lnTo>
                <a:lnTo>
                  <a:pt x="55841" y="69545"/>
                </a:lnTo>
                <a:lnTo>
                  <a:pt x="55534" y="70364"/>
                </a:lnTo>
                <a:lnTo>
                  <a:pt x="54614" y="71182"/>
                </a:lnTo>
                <a:lnTo>
                  <a:pt x="54511" y="71898"/>
                </a:lnTo>
                <a:lnTo>
                  <a:pt x="52977" y="70364"/>
                </a:lnTo>
                <a:lnTo>
                  <a:pt x="52057" y="70261"/>
                </a:lnTo>
                <a:lnTo>
                  <a:pt x="51034" y="70875"/>
                </a:lnTo>
                <a:lnTo>
                  <a:pt x="50011" y="70670"/>
                </a:lnTo>
                <a:lnTo>
                  <a:pt x="50011" y="70670"/>
                </a:lnTo>
                <a:lnTo>
                  <a:pt x="50114" y="70875"/>
                </a:lnTo>
                <a:lnTo>
                  <a:pt x="48375" y="68420"/>
                </a:lnTo>
                <a:lnTo>
                  <a:pt x="48580" y="67602"/>
                </a:lnTo>
                <a:lnTo>
                  <a:pt x="48682" y="67705"/>
                </a:lnTo>
                <a:lnTo>
                  <a:pt x="48784" y="66989"/>
                </a:lnTo>
                <a:lnTo>
                  <a:pt x="48784" y="67193"/>
                </a:lnTo>
                <a:lnTo>
                  <a:pt x="49193" y="64739"/>
                </a:lnTo>
                <a:lnTo>
                  <a:pt x="48989" y="64330"/>
                </a:lnTo>
                <a:lnTo>
                  <a:pt x="48580" y="64125"/>
                </a:lnTo>
                <a:lnTo>
                  <a:pt x="48886" y="64227"/>
                </a:lnTo>
                <a:lnTo>
                  <a:pt x="48273" y="63716"/>
                </a:lnTo>
                <a:lnTo>
                  <a:pt x="44284" y="63614"/>
                </a:lnTo>
                <a:lnTo>
                  <a:pt x="45000" y="62795"/>
                </a:lnTo>
                <a:lnTo>
                  <a:pt x="45102" y="61159"/>
                </a:lnTo>
                <a:lnTo>
                  <a:pt x="45409" y="60648"/>
                </a:lnTo>
                <a:lnTo>
                  <a:pt x="45511" y="61261"/>
                </a:lnTo>
                <a:lnTo>
                  <a:pt x="46023" y="60136"/>
                </a:lnTo>
                <a:lnTo>
                  <a:pt x="45818" y="60239"/>
                </a:lnTo>
                <a:lnTo>
                  <a:pt x="46125" y="59932"/>
                </a:lnTo>
                <a:lnTo>
                  <a:pt x="46125" y="59625"/>
                </a:lnTo>
                <a:lnTo>
                  <a:pt x="46534" y="58807"/>
                </a:lnTo>
                <a:lnTo>
                  <a:pt x="46432" y="57989"/>
                </a:lnTo>
                <a:lnTo>
                  <a:pt x="43875" y="58295"/>
                </a:lnTo>
                <a:lnTo>
                  <a:pt x="42955" y="60239"/>
                </a:lnTo>
                <a:lnTo>
                  <a:pt x="42341" y="60648"/>
                </a:lnTo>
                <a:lnTo>
                  <a:pt x="42545" y="60648"/>
                </a:lnTo>
                <a:lnTo>
                  <a:pt x="42443" y="60955"/>
                </a:lnTo>
                <a:lnTo>
                  <a:pt x="39477" y="61261"/>
                </a:lnTo>
                <a:lnTo>
                  <a:pt x="38557" y="60750"/>
                </a:lnTo>
                <a:lnTo>
                  <a:pt x="38557" y="60750"/>
                </a:lnTo>
                <a:lnTo>
                  <a:pt x="38659" y="60852"/>
                </a:lnTo>
                <a:lnTo>
                  <a:pt x="38659" y="60852"/>
                </a:lnTo>
                <a:lnTo>
                  <a:pt x="38352" y="60648"/>
                </a:lnTo>
                <a:lnTo>
                  <a:pt x="38352" y="60648"/>
                </a:lnTo>
                <a:lnTo>
                  <a:pt x="38557" y="60750"/>
                </a:lnTo>
                <a:lnTo>
                  <a:pt x="37432" y="57989"/>
                </a:lnTo>
                <a:lnTo>
                  <a:pt x="37432" y="58193"/>
                </a:lnTo>
                <a:lnTo>
                  <a:pt x="37227" y="57375"/>
                </a:lnTo>
                <a:lnTo>
                  <a:pt x="37432" y="57989"/>
                </a:lnTo>
                <a:lnTo>
                  <a:pt x="38455" y="52159"/>
                </a:lnTo>
                <a:lnTo>
                  <a:pt x="38250" y="51750"/>
                </a:lnTo>
                <a:lnTo>
                  <a:pt x="38761" y="51545"/>
                </a:lnTo>
                <a:lnTo>
                  <a:pt x="38761" y="51341"/>
                </a:lnTo>
                <a:lnTo>
                  <a:pt x="39068" y="51136"/>
                </a:lnTo>
                <a:lnTo>
                  <a:pt x="38966" y="51136"/>
                </a:lnTo>
                <a:lnTo>
                  <a:pt x="39170" y="51034"/>
                </a:lnTo>
                <a:lnTo>
                  <a:pt x="39375" y="50830"/>
                </a:lnTo>
                <a:lnTo>
                  <a:pt x="39682" y="50727"/>
                </a:lnTo>
                <a:lnTo>
                  <a:pt x="39580" y="50523"/>
                </a:lnTo>
                <a:lnTo>
                  <a:pt x="40091" y="50625"/>
                </a:lnTo>
                <a:lnTo>
                  <a:pt x="41216" y="49909"/>
                </a:lnTo>
                <a:lnTo>
                  <a:pt x="41216" y="49705"/>
                </a:lnTo>
                <a:lnTo>
                  <a:pt x="41420" y="49398"/>
                </a:lnTo>
                <a:lnTo>
                  <a:pt x="41420" y="49602"/>
                </a:lnTo>
                <a:lnTo>
                  <a:pt x="41625" y="49602"/>
                </a:lnTo>
                <a:lnTo>
                  <a:pt x="41318" y="49807"/>
                </a:lnTo>
                <a:lnTo>
                  <a:pt x="42341" y="49193"/>
                </a:lnTo>
                <a:lnTo>
                  <a:pt x="43773" y="49602"/>
                </a:lnTo>
                <a:lnTo>
                  <a:pt x="43977" y="49398"/>
                </a:lnTo>
                <a:lnTo>
                  <a:pt x="44489" y="49602"/>
                </a:lnTo>
                <a:lnTo>
                  <a:pt x="44489" y="49909"/>
                </a:lnTo>
                <a:lnTo>
                  <a:pt x="44386" y="49909"/>
                </a:lnTo>
                <a:lnTo>
                  <a:pt x="45205" y="50114"/>
                </a:lnTo>
                <a:lnTo>
                  <a:pt x="45409" y="49705"/>
                </a:lnTo>
                <a:lnTo>
                  <a:pt x="45920" y="50216"/>
                </a:lnTo>
                <a:lnTo>
                  <a:pt x="46125" y="50216"/>
                </a:lnTo>
                <a:lnTo>
                  <a:pt x="45818" y="49705"/>
                </a:lnTo>
                <a:lnTo>
                  <a:pt x="46227" y="49091"/>
                </a:lnTo>
                <a:lnTo>
                  <a:pt x="46227" y="49091"/>
                </a:lnTo>
                <a:lnTo>
                  <a:pt x="45920" y="49295"/>
                </a:lnTo>
                <a:lnTo>
                  <a:pt x="46023" y="48989"/>
                </a:lnTo>
                <a:lnTo>
                  <a:pt x="45307" y="49091"/>
                </a:lnTo>
                <a:lnTo>
                  <a:pt x="47557" y="48477"/>
                </a:lnTo>
                <a:lnTo>
                  <a:pt x="47557" y="48477"/>
                </a:lnTo>
                <a:lnTo>
                  <a:pt x="47455" y="48989"/>
                </a:lnTo>
                <a:lnTo>
                  <a:pt x="47966" y="48784"/>
                </a:lnTo>
                <a:lnTo>
                  <a:pt x="47966" y="48886"/>
                </a:lnTo>
                <a:lnTo>
                  <a:pt x="48477" y="48580"/>
                </a:lnTo>
                <a:lnTo>
                  <a:pt x="48477" y="48580"/>
                </a:lnTo>
                <a:lnTo>
                  <a:pt x="48170" y="48886"/>
                </a:lnTo>
                <a:lnTo>
                  <a:pt x="48886" y="48784"/>
                </a:lnTo>
                <a:lnTo>
                  <a:pt x="49602" y="48886"/>
                </a:lnTo>
                <a:lnTo>
                  <a:pt x="49500" y="49091"/>
                </a:lnTo>
                <a:lnTo>
                  <a:pt x="49655" y="49401"/>
                </a:lnTo>
                <a:lnTo>
                  <a:pt x="49655" y="49401"/>
                </a:lnTo>
                <a:lnTo>
                  <a:pt x="51239" y="49500"/>
                </a:lnTo>
                <a:lnTo>
                  <a:pt x="51750" y="50216"/>
                </a:lnTo>
                <a:lnTo>
                  <a:pt x="51443" y="51545"/>
                </a:lnTo>
                <a:lnTo>
                  <a:pt x="51648" y="51239"/>
                </a:lnTo>
                <a:lnTo>
                  <a:pt x="51852" y="51341"/>
                </a:lnTo>
                <a:lnTo>
                  <a:pt x="51443" y="51750"/>
                </a:lnTo>
                <a:lnTo>
                  <a:pt x="52670" y="54102"/>
                </a:lnTo>
                <a:lnTo>
                  <a:pt x="52875" y="54102"/>
                </a:lnTo>
                <a:lnTo>
                  <a:pt x="53485" y="53390"/>
                </a:lnTo>
                <a:lnTo>
                  <a:pt x="53485" y="53390"/>
                </a:lnTo>
                <a:lnTo>
                  <a:pt x="53403" y="50915"/>
                </a:lnTo>
                <a:lnTo>
                  <a:pt x="53591" y="50727"/>
                </a:lnTo>
                <a:lnTo>
                  <a:pt x="53489" y="47761"/>
                </a:lnTo>
                <a:lnTo>
                  <a:pt x="53693" y="47659"/>
                </a:lnTo>
                <a:lnTo>
                  <a:pt x="54307" y="46636"/>
                </a:lnTo>
                <a:lnTo>
                  <a:pt x="54307" y="46841"/>
                </a:lnTo>
                <a:lnTo>
                  <a:pt x="54409" y="46739"/>
                </a:lnTo>
                <a:lnTo>
                  <a:pt x="54409" y="46636"/>
                </a:lnTo>
                <a:lnTo>
                  <a:pt x="55841" y="45716"/>
                </a:lnTo>
                <a:lnTo>
                  <a:pt x="55841" y="45818"/>
                </a:lnTo>
                <a:lnTo>
                  <a:pt x="57170" y="44898"/>
                </a:lnTo>
                <a:lnTo>
                  <a:pt x="57170" y="45102"/>
                </a:lnTo>
                <a:lnTo>
                  <a:pt x="57784" y="44284"/>
                </a:lnTo>
                <a:lnTo>
                  <a:pt x="58705" y="44080"/>
                </a:lnTo>
                <a:lnTo>
                  <a:pt x="58193" y="43875"/>
                </a:lnTo>
                <a:lnTo>
                  <a:pt x="58602" y="43875"/>
                </a:lnTo>
                <a:lnTo>
                  <a:pt x="58295" y="43466"/>
                </a:lnTo>
                <a:lnTo>
                  <a:pt x="59420" y="43364"/>
                </a:lnTo>
                <a:lnTo>
                  <a:pt x="59523" y="43057"/>
                </a:lnTo>
                <a:lnTo>
                  <a:pt x="59523" y="43057"/>
                </a:lnTo>
                <a:lnTo>
                  <a:pt x="59216" y="43364"/>
                </a:lnTo>
                <a:lnTo>
                  <a:pt x="58705" y="43057"/>
                </a:lnTo>
                <a:lnTo>
                  <a:pt x="58807" y="42750"/>
                </a:lnTo>
                <a:lnTo>
                  <a:pt x="59216" y="42852"/>
                </a:lnTo>
                <a:lnTo>
                  <a:pt x="59318" y="42750"/>
                </a:lnTo>
                <a:lnTo>
                  <a:pt x="59523" y="42852"/>
                </a:lnTo>
                <a:lnTo>
                  <a:pt x="59523" y="42545"/>
                </a:lnTo>
                <a:lnTo>
                  <a:pt x="59420" y="42034"/>
                </a:lnTo>
                <a:lnTo>
                  <a:pt x="59216" y="41932"/>
                </a:lnTo>
                <a:lnTo>
                  <a:pt x="58705" y="41625"/>
                </a:lnTo>
                <a:lnTo>
                  <a:pt x="59114" y="41727"/>
                </a:lnTo>
                <a:lnTo>
                  <a:pt x="59216" y="41932"/>
                </a:lnTo>
                <a:lnTo>
                  <a:pt x="59216" y="41932"/>
                </a:lnTo>
                <a:lnTo>
                  <a:pt x="59114" y="41420"/>
                </a:lnTo>
                <a:lnTo>
                  <a:pt x="59420" y="41420"/>
                </a:lnTo>
                <a:lnTo>
                  <a:pt x="59523" y="41318"/>
                </a:lnTo>
                <a:lnTo>
                  <a:pt x="59011" y="40705"/>
                </a:lnTo>
                <a:lnTo>
                  <a:pt x="59523" y="41216"/>
                </a:lnTo>
                <a:lnTo>
                  <a:pt x="59523" y="40807"/>
                </a:lnTo>
                <a:lnTo>
                  <a:pt x="58909" y="40500"/>
                </a:lnTo>
                <a:lnTo>
                  <a:pt x="59318" y="39989"/>
                </a:lnTo>
                <a:lnTo>
                  <a:pt x="59011" y="40500"/>
                </a:lnTo>
                <a:lnTo>
                  <a:pt x="59216" y="40398"/>
                </a:lnTo>
                <a:lnTo>
                  <a:pt x="59216" y="40602"/>
                </a:lnTo>
                <a:lnTo>
                  <a:pt x="59318" y="40500"/>
                </a:lnTo>
                <a:lnTo>
                  <a:pt x="59625" y="40807"/>
                </a:lnTo>
                <a:lnTo>
                  <a:pt x="59523" y="40295"/>
                </a:lnTo>
                <a:lnTo>
                  <a:pt x="59727" y="40500"/>
                </a:lnTo>
                <a:lnTo>
                  <a:pt x="59830" y="39580"/>
                </a:lnTo>
                <a:lnTo>
                  <a:pt x="60034" y="39477"/>
                </a:lnTo>
                <a:lnTo>
                  <a:pt x="60034" y="39580"/>
                </a:lnTo>
                <a:lnTo>
                  <a:pt x="60136" y="39375"/>
                </a:lnTo>
                <a:lnTo>
                  <a:pt x="60136" y="39477"/>
                </a:lnTo>
                <a:lnTo>
                  <a:pt x="60443" y="39273"/>
                </a:lnTo>
                <a:lnTo>
                  <a:pt x="60443" y="39375"/>
                </a:lnTo>
                <a:lnTo>
                  <a:pt x="60341" y="39477"/>
                </a:lnTo>
                <a:lnTo>
                  <a:pt x="60443" y="39477"/>
                </a:lnTo>
                <a:lnTo>
                  <a:pt x="60034" y="39784"/>
                </a:lnTo>
                <a:lnTo>
                  <a:pt x="60136" y="39784"/>
                </a:lnTo>
                <a:lnTo>
                  <a:pt x="59830" y="40193"/>
                </a:lnTo>
                <a:lnTo>
                  <a:pt x="60136" y="40295"/>
                </a:lnTo>
                <a:lnTo>
                  <a:pt x="60136" y="40500"/>
                </a:lnTo>
                <a:lnTo>
                  <a:pt x="60034" y="40705"/>
                </a:lnTo>
                <a:lnTo>
                  <a:pt x="60034" y="40909"/>
                </a:lnTo>
                <a:lnTo>
                  <a:pt x="60136" y="40909"/>
                </a:lnTo>
                <a:lnTo>
                  <a:pt x="59727" y="41830"/>
                </a:lnTo>
                <a:lnTo>
                  <a:pt x="60750" y="40500"/>
                </a:lnTo>
                <a:lnTo>
                  <a:pt x="60750" y="39375"/>
                </a:lnTo>
                <a:lnTo>
                  <a:pt x="61057" y="39886"/>
                </a:lnTo>
                <a:lnTo>
                  <a:pt x="62182" y="38864"/>
                </a:lnTo>
                <a:lnTo>
                  <a:pt x="62386" y="38455"/>
                </a:lnTo>
                <a:lnTo>
                  <a:pt x="62284" y="38250"/>
                </a:lnTo>
                <a:lnTo>
                  <a:pt x="62591" y="37636"/>
                </a:lnTo>
                <a:lnTo>
                  <a:pt x="62489" y="38148"/>
                </a:lnTo>
                <a:lnTo>
                  <a:pt x="64943" y="37125"/>
                </a:lnTo>
                <a:lnTo>
                  <a:pt x="65045" y="37227"/>
                </a:lnTo>
                <a:lnTo>
                  <a:pt x="65148" y="37125"/>
                </a:lnTo>
                <a:lnTo>
                  <a:pt x="65148" y="37125"/>
                </a:lnTo>
                <a:lnTo>
                  <a:pt x="65045" y="37432"/>
                </a:lnTo>
                <a:lnTo>
                  <a:pt x="65557" y="37227"/>
                </a:lnTo>
                <a:lnTo>
                  <a:pt x="65557" y="37227"/>
                </a:lnTo>
                <a:lnTo>
                  <a:pt x="65455" y="37330"/>
                </a:lnTo>
                <a:lnTo>
                  <a:pt x="66068" y="37227"/>
                </a:lnTo>
                <a:lnTo>
                  <a:pt x="65966" y="36818"/>
                </a:lnTo>
                <a:lnTo>
                  <a:pt x="65761" y="37125"/>
                </a:lnTo>
                <a:lnTo>
                  <a:pt x="65455" y="36614"/>
                </a:lnTo>
                <a:lnTo>
                  <a:pt x="66784" y="35080"/>
                </a:lnTo>
                <a:lnTo>
                  <a:pt x="66886" y="35182"/>
                </a:lnTo>
                <a:lnTo>
                  <a:pt x="66989" y="34977"/>
                </a:lnTo>
                <a:lnTo>
                  <a:pt x="66989" y="35080"/>
                </a:lnTo>
                <a:lnTo>
                  <a:pt x="67091" y="34875"/>
                </a:lnTo>
                <a:lnTo>
                  <a:pt x="67091" y="35080"/>
                </a:lnTo>
                <a:lnTo>
                  <a:pt x="67193" y="34977"/>
                </a:lnTo>
                <a:lnTo>
                  <a:pt x="68011" y="34364"/>
                </a:lnTo>
                <a:lnTo>
                  <a:pt x="68011" y="34466"/>
                </a:lnTo>
                <a:lnTo>
                  <a:pt x="67909" y="34568"/>
                </a:lnTo>
                <a:lnTo>
                  <a:pt x="68114" y="34670"/>
                </a:lnTo>
                <a:lnTo>
                  <a:pt x="68216" y="34364"/>
                </a:lnTo>
                <a:lnTo>
                  <a:pt x="68523" y="34568"/>
                </a:lnTo>
                <a:lnTo>
                  <a:pt x="69136" y="34261"/>
                </a:lnTo>
                <a:lnTo>
                  <a:pt x="69545" y="33648"/>
                </a:lnTo>
                <a:lnTo>
                  <a:pt x="70568" y="33443"/>
                </a:lnTo>
                <a:lnTo>
                  <a:pt x="70466" y="33545"/>
                </a:lnTo>
                <a:lnTo>
                  <a:pt x="71795" y="32932"/>
                </a:lnTo>
                <a:lnTo>
                  <a:pt x="72102" y="33034"/>
                </a:lnTo>
                <a:lnTo>
                  <a:pt x="71386" y="33443"/>
                </a:lnTo>
                <a:lnTo>
                  <a:pt x="72716" y="33443"/>
                </a:lnTo>
                <a:lnTo>
                  <a:pt x="71898" y="33852"/>
                </a:lnTo>
                <a:lnTo>
                  <a:pt x="71898" y="33545"/>
                </a:lnTo>
                <a:lnTo>
                  <a:pt x="71795" y="33545"/>
                </a:lnTo>
                <a:lnTo>
                  <a:pt x="70568" y="34261"/>
                </a:lnTo>
                <a:lnTo>
                  <a:pt x="70568" y="34261"/>
                </a:lnTo>
                <a:lnTo>
                  <a:pt x="70364" y="34364"/>
                </a:lnTo>
                <a:lnTo>
                  <a:pt x="69955" y="35182"/>
                </a:lnTo>
                <a:lnTo>
                  <a:pt x="70261" y="35386"/>
                </a:lnTo>
                <a:lnTo>
                  <a:pt x="71795" y="34364"/>
                </a:lnTo>
                <a:lnTo>
                  <a:pt x="71795" y="34466"/>
                </a:lnTo>
                <a:lnTo>
                  <a:pt x="71898" y="34261"/>
                </a:lnTo>
                <a:lnTo>
                  <a:pt x="74250" y="33648"/>
                </a:lnTo>
                <a:lnTo>
                  <a:pt x="74250" y="33443"/>
                </a:lnTo>
                <a:lnTo>
                  <a:pt x="74250" y="33136"/>
                </a:lnTo>
                <a:lnTo>
                  <a:pt x="73943" y="32932"/>
                </a:lnTo>
                <a:lnTo>
                  <a:pt x="73227" y="33239"/>
                </a:lnTo>
                <a:lnTo>
                  <a:pt x="73330" y="33136"/>
                </a:lnTo>
                <a:lnTo>
                  <a:pt x="72307" y="32830"/>
                </a:lnTo>
                <a:lnTo>
                  <a:pt x="72511" y="32727"/>
                </a:lnTo>
                <a:lnTo>
                  <a:pt x="72000" y="32420"/>
                </a:lnTo>
                <a:lnTo>
                  <a:pt x="72000" y="31807"/>
                </a:lnTo>
                <a:lnTo>
                  <a:pt x="71693" y="31705"/>
                </a:lnTo>
                <a:lnTo>
                  <a:pt x="72409" y="31091"/>
                </a:lnTo>
                <a:lnTo>
                  <a:pt x="72146" y="31003"/>
                </a:lnTo>
                <a:lnTo>
                  <a:pt x="72146" y="31003"/>
                </a:lnTo>
                <a:lnTo>
                  <a:pt x="71795" y="31091"/>
                </a:lnTo>
                <a:lnTo>
                  <a:pt x="70875" y="30784"/>
                </a:lnTo>
                <a:lnTo>
                  <a:pt x="72102" y="30784"/>
                </a:lnTo>
                <a:lnTo>
                  <a:pt x="72818" y="29966"/>
                </a:lnTo>
                <a:lnTo>
                  <a:pt x="70568" y="29966"/>
                </a:lnTo>
                <a:lnTo>
                  <a:pt x="63307" y="33852"/>
                </a:lnTo>
                <a:lnTo>
                  <a:pt x="63307" y="33852"/>
                </a:lnTo>
                <a:lnTo>
                  <a:pt x="68114" y="31091"/>
                </a:lnTo>
                <a:lnTo>
                  <a:pt x="67602" y="30375"/>
                </a:lnTo>
                <a:lnTo>
                  <a:pt x="79977" y="27205"/>
                </a:lnTo>
                <a:lnTo>
                  <a:pt x="80795" y="26489"/>
                </a:lnTo>
                <a:lnTo>
                  <a:pt x="80591" y="26284"/>
                </a:lnTo>
                <a:lnTo>
                  <a:pt x="81000" y="26080"/>
                </a:lnTo>
                <a:lnTo>
                  <a:pt x="81205" y="25466"/>
                </a:lnTo>
                <a:lnTo>
                  <a:pt x="80898" y="25159"/>
                </a:lnTo>
                <a:lnTo>
                  <a:pt x="80080" y="25364"/>
                </a:lnTo>
                <a:lnTo>
                  <a:pt x="79977" y="25261"/>
                </a:lnTo>
                <a:lnTo>
                  <a:pt x="80386" y="24852"/>
                </a:lnTo>
                <a:lnTo>
                  <a:pt x="79875" y="24750"/>
                </a:lnTo>
                <a:lnTo>
                  <a:pt x="77727" y="25568"/>
                </a:lnTo>
                <a:lnTo>
                  <a:pt x="78034" y="25364"/>
                </a:lnTo>
                <a:lnTo>
                  <a:pt x="77830" y="25261"/>
                </a:lnTo>
                <a:lnTo>
                  <a:pt x="80182" y="24545"/>
                </a:lnTo>
                <a:lnTo>
                  <a:pt x="80182" y="24034"/>
                </a:lnTo>
                <a:lnTo>
                  <a:pt x="79773" y="24136"/>
                </a:lnTo>
                <a:lnTo>
                  <a:pt x="79261" y="23727"/>
                </a:lnTo>
                <a:lnTo>
                  <a:pt x="78648" y="24034"/>
                </a:lnTo>
                <a:lnTo>
                  <a:pt x="79159" y="23727"/>
                </a:lnTo>
                <a:lnTo>
                  <a:pt x="78852" y="23625"/>
                </a:lnTo>
                <a:lnTo>
                  <a:pt x="78239" y="23830"/>
                </a:lnTo>
                <a:lnTo>
                  <a:pt x="78648" y="23523"/>
                </a:lnTo>
                <a:lnTo>
                  <a:pt x="78648" y="23114"/>
                </a:lnTo>
                <a:lnTo>
                  <a:pt x="78545" y="23216"/>
                </a:lnTo>
                <a:lnTo>
                  <a:pt x="78443" y="23011"/>
                </a:lnTo>
                <a:lnTo>
                  <a:pt x="77932" y="22909"/>
                </a:lnTo>
                <a:lnTo>
                  <a:pt x="78136" y="22705"/>
                </a:lnTo>
                <a:lnTo>
                  <a:pt x="77830" y="22705"/>
                </a:lnTo>
                <a:lnTo>
                  <a:pt x="78136" y="22602"/>
                </a:lnTo>
                <a:lnTo>
                  <a:pt x="77727" y="22500"/>
                </a:lnTo>
                <a:lnTo>
                  <a:pt x="77932" y="22398"/>
                </a:lnTo>
                <a:lnTo>
                  <a:pt x="77523" y="22193"/>
                </a:lnTo>
                <a:lnTo>
                  <a:pt x="78341" y="22091"/>
                </a:lnTo>
                <a:lnTo>
                  <a:pt x="77727" y="21477"/>
                </a:lnTo>
                <a:lnTo>
                  <a:pt x="78341" y="21170"/>
                </a:lnTo>
                <a:lnTo>
                  <a:pt x="78034" y="20864"/>
                </a:lnTo>
                <a:lnTo>
                  <a:pt x="77420" y="20966"/>
                </a:lnTo>
                <a:lnTo>
                  <a:pt x="77420" y="20966"/>
                </a:lnTo>
                <a:lnTo>
                  <a:pt x="78136" y="20557"/>
                </a:lnTo>
                <a:lnTo>
                  <a:pt x="77318" y="20659"/>
                </a:lnTo>
                <a:lnTo>
                  <a:pt x="77318" y="20659"/>
                </a:lnTo>
                <a:lnTo>
                  <a:pt x="77932" y="20455"/>
                </a:lnTo>
                <a:lnTo>
                  <a:pt x="77727" y="20148"/>
                </a:lnTo>
                <a:lnTo>
                  <a:pt x="77932" y="20045"/>
                </a:lnTo>
                <a:lnTo>
                  <a:pt x="77318" y="20045"/>
                </a:lnTo>
                <a:lnTo>
                  <a:pt x="77727" y="19943"/>
                </a:lnTo>
                <a:lnTo>
                  <a:pt x="77523" y="19636"/>
                </a:lnTo>
                <a:lnTo>
                  <a:pt x="77727" y="19534"/>
                </a:lnTo>
                <a:lnTo>
                  <a:pt x="77625" y="19330"/>
                </a:lnTo>
                <a:lnTo>
                  <a:pt x="77420" y="19330"/>
                </a:lnTo>
                <a:lnTo>
                  <a:pt x="77216" y="19125"/>
                </a:lnTo>
                <a:lnTo>
                  <a:pt x="77216" y="18818"/>
                </a:lnTo>
                <a:lnTo>
                  <a:pt x="76705" y="19739"/>
                </a:lnTo>
                <a:lnTo>
                  <a:pt x="76398" y="19739"/>
                </a:lnTo>
                <a:lnTo>
                  <a:pt x="76295" y="20045"/>
                </a:lnTo>
                <a:lnTo>
                  <a:pt x="75580" y="20557"/>
                </a:lnTo>
                <a:lnTo>
                  <a:pt x="75477" y="20250"/>
                </a:lnTo>
                <a:lnTo>
                  <a:pt x="74148" y="21068"/>
                </a:lnTo>
                <a:lnTo>
                  <a:pt x="74250" y="20659"/>
                </a:lnTo>
                <a:lnTo>
                  <a:pt x="73943" y="20864"/>
                </a:lnTo>
                <a:lnTo>
                  <a:pt x="73841" y="20761"/>
                </a:lnTo>
                <a:lnTo>
                  <a:pt x="73739" y="20761"/>
                </a:lnTo>
                <a:lnTo>
                  <a:pt x="73943" y="20250"/>
                </a:lnTo>
                <a:lnTo>
                  <a:pt x="72716" y="20250"/>
                </a:lnTo>
                <a:lnTo>
                  <a:pt x="73534" y="19739"/>
                </a:lnTo>
                <a:lnTo>
                  <a:pt x="73330" y="19739"/>
                </a:lnTo>
                <a:lnTo>
                  <a:pt x="73534" y="19330"/>
                </a:lnTo>
                <a:lnTo>
                  <a:pt x="72920" y="19125"/>
                </a:lnTo>
                <a:lnTo>
                  <a:pt x="73636" y="19023"/>
                </a:lnTo>
                <a:lnTo>
                  <a:pt x="74148" y="18102"/>
                </a:lnTo>
                <a:lnTo>
                  <a:pt x="74148" y="18102"/>
                </a:lnTo>
                <a:lnTo>
                  <a:pt x="73841" y="18307"/>
                </a:lnTo>
                <a:lnTo>
                  <a:pt x="72716" y="17795"/>
                </a:lnTo>
                <a:lnTo>
                  <a:pt x="73023" y="17591"/>
                </a:lnTo>
                <a:lnTo>
                  <a:pt x="72511" y="17591"/>
                </a:lnTo>
                <a:lnTo>
                  <a:pt x="72000" y="16875"/>
                </a:lnTo>
                <a:lnTo>
                  <a:pt x="70364" y="17080"/>
                </a:lnTo>
                <a:lnTo>
                  <a:pt x="70466" y="16977"/>
                </a:lnTo>
                <a:lnTo>
                  <a:pt x="68932" y="16875"/>
                </a:lnTo>
                <a:lnTo>
                  <a:pt x="68727" y="17693"/>
                </a:lnTo>
                <a:lnTo>
                  <a:pt x="67909" y="18307"/>
                </a:lnTo>
                <a:lnTo>
                  <a:pt x="68318" y="18307"/>
                </a:lnTo>
                <a:lnTo>
                  <a:pt x="67909" y="19023"/>
                </a:lnTo>
                <a:lnTo>
                  <a:pt x="68114" y="19125"/>
                </a:lnTo>
                <a:lnTo>
                  <a:pt x="66580" y="20250"/>
                </a:lnTo>
                <a:lnTo>
                  <a:pt x="67193" y="21784"/>
                </a:lnTo>
                <a:lnTo>
                  <a:pt x="63511" y="24239"/>
                </a:lnTo>
                <a:lnTo>
                  <a:pt x="63716" y="24750"/>
                </a:lnTo>
                <a:lnTo>
                  <a:pt x="63614" y="24750"/>
                </a:lnTo>
                <a:lnTo>
                  <a:pt x="63716" y="25057"/>
                </a:lnTo>
                <a:lnTo>
                  <a:pt x="63307" y="26591"/>
                </a:lnTo>
                <a:lnTo>
                  <a:pt x="62693" y="27000"/>
                </a:lnTo>
                <a:lnTo>
                  <a:pt x="62795" y="27307"/>
                </a:lnTo>
                <a:lnTo>
                  <a:pt x="62489" y="27614"/>
                </a:lnTo>
                <a:lnTo>
                  <a:pt x="62386" y="27205"/>
                </a:lnTo>
                <a:lnTo>
                  <a:pt x="61977" y="27511"/>
                </a:lnTo>
                <a:lnTo>
                  <a:pt x="61977" y="28023"/>
                </a:lnTo>
                <a:lnTo>
                  <a:pt x="60955" y="27716"/>
                </a:lnTo>
                <a:lnTo>
                  <a:pt x="61364" y="27000"/>
                </a:lnTo>
                <a:lnTo>
                  <a:pt x="60648" y="26591"/>
                </a:lnTo>
                <a:lnTo>
                  <a:pt x="61466" y="24341"/>
                </a:lnTo>
                <a:lnTo>
                  <a:pt x="60852" y="23625"/>
                </a:lnTo>
                <a:lnTo>
                  <a:pt x="59420" y="23830"/>
                </a:lnTo>
                <a:lnTo>
                  <a:pt x="59216" y="23216"/>
                </a:lnTo>
                <a:lnTo>
                  <a:pt x="57682" y="22091"/>
                </a:lnTo>
                <a:lnTo>
                  <a:pt x="55227" y="21989"/>
                </a:lnTo>
                <a:lnTo>
                  <a:pt x="55330" y="21886"/>
                </a:lnTo>
                <a:lnTo>
                  <a:pt x="54920" y="22091"/>
                </a:lnTo>
                <a:lnTo>
                  <a:pt x="55636" y="20761"/>
                </a:lnTo>
                <a:lnTo>
                  <a:pt x="55534" y="20250"/>
                </a:lnTo>
                <a:lnTo>
                  <a:pt x="54614" y="20761"/>
                </a:lnTo>
                <a:lnTo>
                  <a:pt x="54920" y="20352"/>
                </a:lnTo>
                <a:lnTo>
                  <a:pt x="54716" y="20045"/>
                </a:lnTo>
                <a:lnTo>
                  <a:pt x="57580" y="17489"/>
                </a:lnTo>
                <a:lnTo>
                  <a:pt x="57580" y="17284"/>
                </a:lnTo>
                <a:lnTo>
                  <a:pt x="58091" y="16875"/>
                </a:lnTo>
                <a:lnTo>
                  <a:pt x="58398" y="17080"/>
                </a:lnTo>
                <a:lnTo>
                  <a:pt x="58398" y="16875"/>
                </a:lnTo>
                <a:lnTo>
                  <a:pt x="59114" y="16670"/>
                </a:lnTo>
                <a:lnTo>
                  <a:pt x="59216" y="16466"/>
                </a:lnTo>
                <a:lnTo>
                  <a:pt x="60136" y="16364"/>
                </a:lnTo>
                <a:lnTo>
                  <a:pt x="60239" y="15852"/>
                </a:lnTo>
                <a:lnTo>
                  <a:pt x="59830" y="15648"/>
                </a:lnTo>
                <a:lnTo>
                  <a:pt x="59420" y="15852"/>
                </a:lnTo>
                <a:lnTo>
                  <a:pt x="59727" y="15648"/>
                </a:lnTo>
                <a:lnTo>
                  <a:pt x="59011" y="15443"/>
                </a:lnTo>
                <a:lnTo>
                  <a:pt x="58909" y="15239"/>
                </a:lnTo>
                <a:lnTo>
                  <a:pt x="59932" y="15545"/>
                </a:lnTo>
                <a:lnTo>
                  <a:pt x="59932" y="15648"/>
                </a:lnTo>
                <a:lnTo>
                  <a:pt x="64227" y="14318"/>
                </a:lnTo>
                <a:lnTo>
                  <a:pt x="61670" y="13602"/>
                </a:lnTo>
                <a:lnTo>
                  <a:pt x="62693" y="13705"/>
                </a:lnTo>
                <a:lnTo>
                  <a:pt x="64330" y="14114"/>
                </a:lnTo>
                <a:lnTo>
                  <a:pt x="65455" y="13602"/>
                </a:lnTo>
                <a:lnTo>
                  <a:pt x="65250" y="13193"/>
                </a:lnTo>
                <a:lnTo>
                  <a:pt x="66170" y="13091"/>
                </a:lnTo>
                <a:lnTo>
                  <a:pt x="66375" y="13398"/>
                </a:lnTo>
                <a:lnTo>
                  <a:pt x="66784" y="13295"/>
                </a:lnTo>
                <a:lnTo>
                  <a:pt x="67091" y="13091"/>
                </a:lnTo>
                <a:lnTo>
                  <a:pt x="66580" y="12784"/>
                </a:lnTo>
                <a:lnTo>
                  <a:pt x="66580" y="12784"/>
                </a:lnTo>
                <a:lnTo>
                  <a:pt x="67091" y="12886"/>
                </a:lnTo>
                <a:lnTo>
                  <a:pt x="67398" y="13295"/>
                </a:lnTo>
                <a:lnTo>
                  <a:pt x="69545" y="12273"/>
                </a:lnTo>
                <a:lnTo>
                  <a:pt x="69443" y="11659"/>
                </a:lnTo>
                <a:lnTo>
                  <a:pt x="69955" y="11045"/>
                </a:lnTo>
                <a:lnTo>
                  <a:pt x="70568" y="10841"/>
                </a:lnTo>
                <a:lnTo>
                  <a:pt x="69955" y="10739"/>
                </a:lnTo>
                <a:lnTo>
                  <a:pt x="69852" y="10534"/>
                </a:lnTo>
                <a:lnTo>
                  <a:pt x="70159" y="10432"/>
                </a:lnTo>
                <a:lnTo>
                  <a:pt x="68216" y="10227"/>
                </a:lnTo>
                <a:lnTo>
                  <a:pt x="67909" y="10739"/>
                </a:lnTo>
                <a:lnTo>
                  <a:pt x="68114" y="10943"/>
                </a:lnTo>
                <a:lnTo>
                  <a:pt x="67807" y="11045"/>
                </a:lnTo>
                <a:lnTo>
                  <a:pt x="68011" y="11148"/>
                </a:lnTo>
                <a:lnTo>
                  <a:pt x="65352" y="12580"/>
                </a:lnTo>
                <a:lnTo>
                  <a:pt x="65148" y="11761"/>
                </a:lnTo>
                <a:lnTo>
                  <a:pt x="65352" y="11557"/>
                </a:lnTo>
                <a:lnTo>
                  <a:pt x="65455" y="11557"/>
                </a:lnTo>
                <a:lnTo>
                  <a:pt x="65864" y="11045"/>
                </a:lnTo>
                <a:lnTo>
                  <a:pt x="64841" y="11045"/>
                </a:lnTo>
                <a:lnTo>
                  <a:pt x="64023" y="11557"/>
                </a:lnTo>
                <a:lnTo>
                  <a:pt x="64023" y="11557"/>
                </a:lnTo>
                <a:lnTo>
                  <a:pt x="64125" y="10739"/>
                </a:lnTo>
                <a:lnTo>
                  <a:pt x="64739" y="10534"/>
                </a:lnTo>
                <a:lnTo>
                  <a:pt x="64125" y="10534"/>
                </a:lnTo>
                <a:lnTo>
                  <a:pt x="64432" y="10432"/>
                </a:lnTo>
                <a:lnTo>
                  <a:pt x="63307" y="10330"/>
                </a:lnTo>
                <a:lnTo>
                  <a:pt x="64125" y="10023"/>
                </a:lnTo>
                <a:lnTo>
                  <a:pt x="63818" y="10023"/>
                </a:lnTo>
                <a:lnTo>
                  <a:pt x="64330" y="9920"/>
                </a:lnTo>
                <a:lnTo>
                  <a:pt x="64125" y="9409"/>
                </a:lnTo>
                <a:lnTo>
                  <a:pt x="64432" y="9000"/>
                </a:lnTo>
                <a:lnTo>
                  <a:pt x="64227" y="8591"/>
                </a:lnTo>
                <a:lnTo>
                  <a:pt x="63920" y="8386"/>
                </a:lnTo>
                <a:close/>
              </a:path>
            </a:pathLst>
          </a:custGeom>
          <a:noFill/>
          <a:ln w="9525" cap="flat" cmpd="sng">
            <a:solidFill>
              <a:srgbClr val="FFFFFF"/>
            </a:solidFill>
            <a:prstDash val="solid"/>
            <a:round/>
            <a:headEnd type="none" w="sm" len="sm"/>
            <a:tailEnd type="none" w="sm" len="sm"/>
          </a:ln>
          <a:effectLst>
            <a:outerShdw blurRad="200025" dist="19050" dir="5400000" algn="bl" rotWithShape="0">
              <a:srgbClr val="050060">
                <a:alpha val="2392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sld>
</file>

<file path=ppt/theme/theme1.xml><?xml version="1.0" encoding="utf-8"?>
<a:theme xmlns:a="http://schemas.openxmlformats.org/drawingml/2006/main" name="0140_Trevett_Template_SlidesMania">
  <a:themeElements>
    <a:clrScheme name="Simple Light">
      <a:dk1>
        <a:srgbClr val="000000"/>
      </a:dk1>
      <a:lt1>
        <a:srgbClr val="FFFFFF"/>
      </a:lt1>
      <a:dk2>
        <a:srgbClr val="1077D2"/>
      </a:dk2>
      <a:lt2>
        <a:srgbClr val="050060"/>
      </a:lt2>
      <a:accent1>
        <a:srgbClr val="05006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533</TotalTime>
  <Words>1094</Words>
  <Application>Microsoft Office PowerPoint</Application>
  <PresentationFormat>On-screen Show (16:9)</PresentationFormat>
  <Paragraphs>146</Paragraphs>
  <Slides>30</Slides>
  <Notes>26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Gugi</vt:lpstr>
      <vt:lpstr>Calibri</vt:lpstr>
      <vt:lpstr>Arial</vt:lpstr>
      <vt:lpstr>Roboto Mono</vt:lpstr>
      <vt:lpstr>Barlow Condensed</vt:lpstr>
      <vt:lpstr>0140_Trevett_Template_SlidesMania</vt:lpstr>
      <vt:lpstr>TÌM HIỂU VỀ API CỦA THANH TOÁN ĐIỆN TỬ</vt:lpstr>
      <vt:lpstr>MỤC TIÊU ĐỀ TÀI:</vt:lpstr>
      <vt:lpstr>Thành viên và đóng góp:</vt:lpstr>
      <vt:lpstr>API LÀ GÌ?</vt:lpstr>
      <vt:lpstr>API là:</vt:lpstr>
      <vt:lpstr>Thanh toán điện tử là gì?</vt:lpstr>
      <vt:lpstr>Thanh toán điện tử là:</vt:lpstr>
      <vt:lpstr>API CỦA THANH TOÁN ĐIỆN TỬ</vt:lpstr>
      <vt:lpstr>API của thanh toán điện tử:</vt:lpstr>
      <vt:lpstr>LỢI ÍCH CỦA THANH TOÁN ĐIỆN TỬ</vt:lpstr>
      <vt:lpstr>LỢI ÍCH:</vt:lpstr>
      <vt:lpstr>CỔNG THANH TOÁN LÀ GÌ?</vt:lpstr>
      <vt:lpstr>Cổng thanh toán là:</vt:lpstr>
      <vt:lpstr>KIẾN TRÚC HỆ THỐNG THANH TOÁN</vt:lpstr>
      <vt:lpstr>Kiến trúc:</vt:lpstr>
      <vt:lpstr>QUY TRÌNH THANH TOÁN TRONG WEBSITE</vt:lpstr>
      <vt:lpstr>Quy trình:</vt:lpstr>
      <vt:lpstr>CALLBACK LÀ GÌ?</vt:lpstr>
      <vt:lpstr>CallBack là:</vt:lpstr>
      <vt:lpstr>BẢO MẬT API THANH TOÁN VÀ CÁC LỖI THƯỜNG GẶP</vt:lpstr>
      <vt:lpstr>Bảo mật và các lỗi thường gặp:</vt:lpstr>
      <vt:lpstr>ỨNG DỤNG THỰC THẾ VÀ ƯU ĐIỂM, NHƯỢC ĐIỂM</vt:lpstr>
      <vt:lpstr>Ứng dụng thực tế, ưu điểm, nhược điểm:</vt:lpstr>
      <vt:lpstr>KẾT LUẬN VÀ LỢI ÍCH MANG LẠI</vt:lpstr>
      <vt:lpstr>Kết luận và lợi ích mang lại:</vt:lpstr>
      <vt:lpstr>Câu hỏi ôn tập:</vt:lpstr>
      <vt:lpstr>Câu hỏi ôn tập:</vt:lpstr>
      <vt:lpstr>Câu hỏi ôn tập:</vt:lpstr>
      <vt:lpstr>Câu hỏi ôn tập:</vt:lpstr>
      <vt:lpstr>Thank you for watching!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NHAT LONG</cp:lastModifiedBy>
  <cp:revision>16</cp:revision>
  <dcterms:modified xsi:type="dcterms:W3CDTF">2026-03-11T00:40:18Z</dcterms:modified>
</cp:coreProperties>
</file>